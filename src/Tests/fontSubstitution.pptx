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5.1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  <p:guideLst>
        <p:guide orient="horz" pos="2160"/>
        <p:guide pos="2880"/>
      </p:guideLst>
    </p:cSldViewPr>
  </p:slide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slide" Target="slides/slide1.xml" /><Relationship Id="rId3" Type="http://schemas.openxmlformats.org/officeDocument/2006/relationships/tags" Target="tags/tag1.xml" /><Relationship Id="rId4" Type="http://schemas.openxmlformats.org/officeDocument/2006/relationships/presProps" Target="presProps.xml" /><Relationship Id="rId5" Type="http://schemas.openxmlformats.org/officeDocument/2006/relationships/viewProps" Target="viewProps.xml" /><Relationship Id="rId6" Type="http://schemas.openxmlformats.org/officeDocument/2006/relationships/theme" Target="theme/theme1.xml" /><Relationship Id="rId7" Type="http://schemas.openxmlformats.org/officeDocument/2006/relationships/tableStyles" Target="tableStyles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" preserve="1">
  <p:cSld name="Title Slide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 title=""/>
          <p:cNvSpPr>
            <a:spLocks noGrp="1"/>
          </p:cNvSpPr>
          <p:nvPr>
            <p:ph type="subTitle" idx="1"/>
          </p:nvPr>
        </p:nvSpPr>
        <p:spPr/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155A547-72D9-4303-AF96-FD9116AA41E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31DEAD6-311A-4F5B-A298-36DBFE7EB28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secHead" preserve="1">
  <p:cSld name="Section Header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541B765B-6535-4DC0-8050-73EA6843ED6D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sz="half" idx="1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A87637B3-DAA5-4F79-92D8-D9372CFE2D75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TxTwoObj" preserve="1">
  <p:cSld name="Comparis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 title=""/>
          <p:cNvSpPr>
            <a:spLocks noGrp="1"/>
          </p:cNvSpPr>
          <p:nvPr>
            <p:ph sz="half" idx="2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 title=""/>
          <p:cNvSpPr>
            <a:spLocks noGrp="1"/>
          </p:cNvSpPr>
          <p:nvPr>
            <p:ph type="body" sz="quarter" idx="3"/>
          </p:nvPr>
        </p:nvSpPr>
        <p:spPr/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 title=""/>
          <p:cNvSpPr>
            <a:spLocks noGrp="1"/>
          </p:cNvSpPr>
          <p:nvPr>
            <p:ph sz="quarter" idx="4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 title=""/>
          <p:cNvSpPr>
            <a:spLocks noGrp="1"/>
          </p:cNvSpPr>
          <p:nvPr>
            <p:ph type="dt" sz="half" idx="5"/>
          </p:nvPr>
        </p:nvSpPr>
        <p:spPr/>
        <p:txBody>
          <a:bodyPr/>
          <a:lstStyle/>
          <a:p>
            <a:fld id="{D199DDB4-07BC-483F-AD5F-115E7A778E2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8" name="Footer Placeholder 7" title=""/>
          <p:cNvSpPr>
            <a:spLocks noGrp="1"/>
          </p:cNvSpPr>
          <p:nvPr>
            <p:ph type="ftr" sz="quarter" idx="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 title=""/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 title=""/>
          <p:cNvSpPr>
            <a:spLocks noGrp="1"/>
          </p:cNvSpPr>
          <p:nvPr>
            <p:ph type="dt" sz="half" idx="1"/>
          </p:nvPr>
        </p:nvSpPr>
        <p:spPr/>
        <p:txBody>
          <a:bodyPr/>
          <a:lstStyle/>
          <a:p>
            <a:fld id="{F9995249-FE32-496B-8148-8BC0B3653BB8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4" name="Footer Placeholder 3" title=""/>
          <p:cNvSpPr>
            <a:spLocks noGrp="1"/>
          </p:cNvSpPr>
          <p:nvPr>
            <p:ph type="ftr" sz="quarter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 title=""/>
          <p:cNvSpPr>
            <a:spLocks noGrp="1"/>
          </p:cNvSpPr>
          <p:nvPr>
            <p:ph type="sldNum" sz="quarter" idx="3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blank" preserve="1">
  <p:cSld name="Blank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Date Placeholder 1" title=""/>
          <p:cNvSpPr>
            <a:spLocks noGrp="1"/>
          </p:cNvSpPr>
          <p:nvPr>
            <p:ph type="dt" sz="half"/>
          </p:nvPr>
        </p:nvSpPr>
        <p:spPr/>
        <p:txBody>
          <a:bodyPr/>
          <a:lstStyle/>
          <a:p>
            <a:fld id="{2B511C70-F557-409D-B257-CCB0D797B987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3" name="Footer Placeholder 2" title=""/>
          <p:cNvSpPr>
            <a:spLocks noGrp="1"/>
          </p:cNvSpPr>
          <p:nvPr>
            <p:ph type="ftr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 title="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Tx" preserve="1">
  <p:cSld name="Content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 title="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31178C31-FC58-4DEF-B8C1-ADE7D59B5A81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picTx" preserve="1">
  <p:cSld name="Picture with Caption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 title=""/>
          <p:cNvSpPr>
            <a:spLocks noGrp="1"/>
          </p:cNvSpPr>
          <p:nvPr>
            <p:ph type="pic" idx="1"/>
          </p:nvPr>
        </p:nvSpPr>
        <p:spPr/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 title=""/>
          <p:cNvSpPr>
            <a:spLocks noGrp="1"/>
          </p:cNvSpPr>
          <p:nvPr>
            <p:ph type="body" sz="half" idx="2"/>
          </p:nvPr>
        </p:nvSpPr>
        <p:spPr/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 title=""/>
          <p:cNvSpPr>
            <a:spLocks noGrp="1"/>
          </p:cNvSpPr>
          <p:nvPr>
            <p:ph type="dt" sz="half" idx="3"/>
          </p:nvPr>
        </p:nvSpPr>
        <p:spPr/>
        <p:txBody>
          <a:bodyPr/>
          <a:lstStyle/>
          <a:p>
            <a:fld id="{2151F7DF-9ECB-4227-8AE3-E89580879764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6" name="Footer Placeholder 5" title="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 title="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1" title="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0594EFBD-0DA2-4E86-AC85-D705FB2C4622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itleAndTx" preserve="1">
  <p:cSld name="Vertical Title and Text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 title=""/>
          <p:cNvSpPr>
            <a:spLocks noGrp="1"/>
          </p:cNvSpPr>
          <p:nvPr>
            <p:ph type="title" orient="vert"/>
          </p:nvPr>
        </p:nvSpPr>
        <p:spPr/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 title="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fld id="{FC810A8B-8FEA-43E6-B44E-079F31CE9E26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Ref idx="1001">
        <a:schemeClr val="bg1"/>
      </p:bgRef>
    </p:bg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 title="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 title="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 title="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D0B7A-F5DD-4F40-B4CB-3B2C354B893A}" type="datetimeFigureOut">
              <a:rPr lang="en-US" smtClean="0"/>
              <a:t>11/7/2009</a:t>
            </a:fld>
            <a:endParaRPr lang="en-US"/>
          </a:p>
        </p:txBody>
      </p:sp>
      <p:sp>
        <p:nvSpPr>
          <p:cNvPr id="5" name="Footer Placeholder 4" title="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 title="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AE1883-0942-4AA3-9DB2-9C7C3A0314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iming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7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 title=""/>
        <p:cNvGrpSpPr/>
        <p:nvPr/>
      </p:nvGrpSpPr>
      <p:grpSpPr>
        <a:xfrm>
          <a:off x="0" y="0"/>
          <a:ext cx="0" cy="0"/>
        </a:xfrm>
      </p:grpSpPr>
      <p:sp>
        <p:nvSpPr>
          <p:cNvPr id="2" name="New shape" title=""/>
          <p:cNvSpPr txBox="1"/>
          <p:nvPr/>
        </p:nvSpPr>
        <p:spPr>
          <a:xfrm>
            <a:off x="635000" y="635000"/>
            <a:ext cx="5080000" cy="1270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>
                <a:latin typeface="NonExistentFontXYZ123"/>
              </a:rPr>
              <a:t>Test with unavailable font</a:t>
            </a:r>
          </a:p>
        </p:txBody>
      </p:sp>
      <p:sp>
        <p:nvSpPr>
          <p:cNvPr id="3" name="TextBox"/>
          <p:cNvSpPr txBox="1">
            <a:spLocks noGrp="1" noSelect="1" noRot="1" noMove="1"/>
          </p:cNvSpPr>
          <p:nvPr/>
        </p:nvSpPr>
        <p:spPr>
          <a:xfrm>
            <a:off x="1366520" y="2644140"/>
            <a:ext cx="6411372" cy="1569660"/>
          </a:xfrm>
          <a:prstGeom prst="rect">
            <a:avLst/>
          </a:prstGeom>
          <a:noFill/>
        </p:spPr>
        <p:txBody>
          <a:bodyPr wrap="none" rtlCol="0" anchor="ctr" anchorCtr="1">
            <a:spAutoFit/>
          </a:bodyPr>
          <a:lstStyle>
            <a:lvl1pPr algn="l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defRPr lang="en-US" sz="3200" b="1" noProof="1" dirty="0">
                <a:solidFill>
                  <a:prstClr val="red">
                    <a:lumOff val="30000"/>
                    <a:alpha val="40000"/>
                  </a:prstClr>
                </a:solidFill>
                <a:effectLst>
                  <a:outerShdw blurRad="50800" dist="38100" algn="tr" rotWithShape="0">
                    <a:prstClr val="black">
                      <a:alpha val="80000"/>
                    </a:prstClr>
                  </a:outerShdw>
                </a:effectLst>
                <a:latin typeface="Calibri" pitchFamily="34" charset="0"/>
              </a:defRPr>
            </a:lvl1pPr>
          </a:lstStyle>
          <a:p>
            <a:pPr algn="ctr"/>
            <a:r>
              <a:t>Evaluation only.</a:t>
            </a:r>
          </a:p>
          <a:p>
            <a:pPr algn="ctr"/>
            <a:r>
              <a:t>Created with Aspose.Slides for .NET6 25.1.</a:t>
            </a:r>
          </a:p>
          <a:p>
            <a:pPr algn="ctr"/>
            <a:r>
              <a:t>Copyright 2004-2025Aspose Pty Ltd.</a:t>
            </a: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9.0.11"/>
  <p:tag name="AS_OS" val="Microsoft Windows NT 10.0.26200.0"/>
  <p:tag name="AS_RELEASE_DATE" val="2025.01.14"/>
  <p:tag name="AS_TITLE" val="Aspose.Slides for .NET6"/>
  <p:tag name="AS_VERSION" val="25.1"/>
</p:tagLst>
</file>

<file path=ppt/theme/theme1.xml><?xml version="1.0" encoding="utf-8"?>
<a:theme xmlns:r="http://schemas.openxmlformats.org/officeDocument/2006/relationships"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%20Ｐゴシック"/>
        <a:font script="Hang" typeface="맑은%20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On-screen Show (4:3)</PresentationFormat>
  <Paragraphs>1</Paragraphs>
  <Slides>1</Slides>
  <Notes>0</Notes>
  <TotalTime>1</TotalTime>
  <HiddenSlides>0</HiddenSlides>
  <MMClips>0</MMClips>
  <ScaleCrop>0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baseType="lpstr" size="5">
      <vt:lpstr>Arial</vt:lpstr>
      <vt:lpstr>Calibri</vt:lpstr>
      <vt:lpstr>NonExistentFontXYZ123</vt:lpstr>
      <vt:lpstr>Office Theme</vt:lpstr>
      <vt:lpstr>PowerPoint Presentation</vt:lpstr>
    </vt:vector>
  </TitlesOfParts>
  <LinksUpToDate>0</LinksUpToDate>
  <SharedDoc>0</SharedDoc>
  <HyperlinksChanged>0</HyperlinksChanged>
  <Application>Aspose.Slides for .NET</Application>
  <AppVersion>25.0100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2025-12-18T15:02:26.301</cp:lastPrinted>
  <dcterms:created xsi:type="dcterms:W3CDTF">2025-12-18T04:02:26Z</dcterms:created>
  <dcterms:modified xsi:type="dcterms:W3CDTF">2025-12-18T04:02:26Z</dcterms:modified>
</cp:coreProperties>
</file>