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DeterministicId1" Type="http://schemas.openxmlformats.org/officeDocument/2006/relationships/custom-properties" Target="docProps/custom.xml" /><Relationship Id="DeterministicId2" Type="http://schemas.openxmlformats.org/officeDocument/2006/relationships/extended-properties" Target="docProps/app.xml" /><Relationship Id="DeterministicId3" Type="http://schemas.openxmlformats.org/officeDocument/2006/relationships/officeDocument" Target="ppt/presentation.xml" /><Relationship Id="DeterministicId4" Type="http://schemas.openxmlformats.org/package/2006/relationships/metadata/core-properties" Target="docProps/core.xml" /><Relationship Id="DeterministicId5" Type="http://schemas.openxmlformats.org/package/2006/relationships/metadata/thumbnail" Target="docProps/thumbnail.jpeg" /></Relationships>
</file>

<file path=ppt/presentation.xml><?xml version="1.0" encoding="utf-8"?>
<!--Generated by Aspose.Slides for .NET 26.10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DeterministicId3"/>
  </p:sldMasterIdLst>
  <p:sldIdLst>
    <p:sldId id="256" r:id="DeterministicId2"/>
  </p:sldIdLst>
  <p:sldSz cx="9144000" cy="6858000" type="screen4x3"/>
  <p:notesSz cx="6858000" cy="9144000"/>
  <p:custDataLst>
    <p:tags r:id="Deterministic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DeterministicId1" Type="http://schemas.openxmlformats.org/officeDocument/2006/relationships/presProps" Target="presProps.xml" /><Relationship Id="DeterministicId2" Type="http://schemas.openxmlformats.org/officeDocument/2006/relationships/slide" Target="slides/slide1.xml" /><Relationship Id="DeterministicId3" Type="http://schemas.openxmlformats.org/officeDocument/2006/relationships/slideMaster" Target="slideMasters/slideMaster1.xml" /><Relationship Id="DeterministicId4" Type="http://schemas.openxmlformats.org/officeDocument/2006/relationships/tableStyles" Target="tableStyles.xml" /><Relationship Id="DeterministicId5" Type="http://schemas.openxmlformats.org/officeDocument/2006/relationships/tags" Target="tags/tag1.xml" /><Relationship Id="DeterministicId6" Type="http://schemas.openxmlformats.org/officeDocument/2006/relationships/theme" Target="theme/theme1.xml" /><Relationship Id="DeterministicId7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Deterministic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Deterministic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Deterministic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Deterministic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Deterministic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Deterministic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Deterministic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Deterministic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Deterministic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Deterministic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Deterministic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DeterministicId1" Type="http://schemas.openxmlformats.org/officeDocument/2006/relationships/slideLayout" Target="../slideLayouts/slideLayout1.xml" /><Relationship Id="DeterministicId2" Type="http://schemas.openxmlformats.org/officeDocument/2006/relationships/slideLayout" Target="../slideLayouts/slideLayout10.xml" /><Relationship Id="DeterministicId3" Type="http://schemas.openxmlformats.org/officeDocument/2006/relationships/slideLayout" Target="../slideLayouts/slideLayout11.xml" /><Relationship Id="DeterministicId4" Type="http://schemas.openxmlformats.org/officeDocument/2006/relationships/slideLayout" Target="../slideLayouts/slideLayout2.xml" /><Relationship Id="DeterministicId5" Type="http://schemas.openxmlformats.org/officeDocument/2006/relationships/slideLayout" Target="../slideLayouts/slideLayout3.xml" /><Relationship Id="DeterministicId6" Type="http://schemas.openxmlformats.org/officeDocument/2006/relationships/slideLayout" Target="../slideLayouts/slideLayout4.xml" /><Relationship Id="DeterministicId7" Type="http://schemas.openxmlformats.org/officeDocument/2006/relationships/slideLayout" Target="../slideLayouts/slideLayout5.xml" /><Relationship Id="DeterministicId8" Type="http://schemas.openxmlformats.org/officeDocument/2006/relationships/slideLayout" Target="../slideLayouts/slideLayout6.xml" /><Relationship Id="DeterministicId9" Type="http://schemas.openxmlformats.org/officeDocument/2006/relationships/slideLayout" Target="../slideLayouts/slideLayout7.xml" /><Relationship Id="DeterministicId10" Type="http://schemas.openxmlformats.org/officeDocument/2006/relationships/slideLayout" Target="../slideLayouts/slideLayout8.xml" /><Relationship Id="DeterministicId11" Type="http://schemas.openxmlformats.org/officeDocument/2006/relationships/slideLayout" Target="../slideLayouts/slideLayout9.xml" /><Relationship Id="Deterministic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1-0000-0000-0000-0000000000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2-0000-0000-0000-00000000000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DeterministicId1"/>
    <p:sldLayoutId id="2147483650" r:id="DeterministicId4"/>
    <p:sldLayoutId id="2147483651" r:id="DeterministicId5"/>
    <p:sldLayoutId id="2147483652" r:id="DeterministicId6"/>
    <p:sldLayoutId id="2147483653" r:id="DeterministicId7"/>
    <p:sldLayoutId id="2147483654" r:id="DeterministicId8"/>
    <p:sldLayoutId id="2147483655" r:id="DeterministicId9"/>
    <p:sldLayoutId id="2147483656" r:id="DeterministicId10"/>
    <p:sldLayoutId id="2147483657" r:id="DeterministicId11"/>
    <p:sldLayoutId id="2147483658" r:id="DeterministicId2"/>
    <p:sldLayoutId id="2147483659" r:id="DeterministicId3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Deterministic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26.10.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/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Key">
    <vt:lpwstr>Value</vt:lpwstr>
  </property>
</Properties>
</file>