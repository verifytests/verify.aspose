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DeterministicId1" Type="http://schemas.openxmlformats.org/officeDocument/2006/relationships/custom-properties" Target="docProps/custom.xml" /><Relationship Id="DeterministicId2" Type="http://schemas.openxmlformats.org/officeDocument/2006/relationships/extended-properties" Target="docProps/app.xml" /><Relationship Id="DeterministicId3" Type="http://schemas.openxmlformats.org/officeDocument/2006/relationships/officeDocument" Target="ppt/presentation.xml" /><Relationship Id="DeterministicId4" Type="http://schemas.openxmlformats.org/package/2006/relationships/metadata/core-properties" Target="docProps/core.xml" /><Relationship Id="DeterministicId5" Type="http://schemas.openxmlformats.org/package/2006/relationships/metadata/thumbnail" Target="docProps/thumbnail.jpeg" /></Relationships>
</file>

<file path=ppt/presentation.xml><?xml version="1.0" encoding="utf-8"?>
<!--Generated by Aspose.Slides for .NET 26.10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DeterministicId3"/>
  </p:sldMasterIdLst>
  <p:sldIdLst>
    <p:sldId id="256" r:id="DeterministicId2"/>
  </p:sldIdLst>
  <p:sldSz cx="9144000" cy="6858000" type="screen4x3"/>
  <p:notesSz cx="6858000" cy="9144000"/>
  <p:custDataLst>
    <p:tags r:id="Deterministic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DeterministicId1" Type="http://schemas.openxmlformats.org/officeDocument/2006/relationships/presProps" Target="presProps.xml" /><Relationship Id="DeterministicId2" Type="http://schemas.openxmlformats.org/officeDocument/2006/relationships/slide" Target="slides/slide1.xml" /><Relationship Id="DeterministicId3" Type="http://schemas.openxmlformats.org/officeDocument/2006/relationships/slideMaster" Target="slideMasters/slideMaster1.xml" /><Relationship Id="DeterministicId4" Type="http://schemas.openxmlformats.org/officeDocument/2006/relationships/tableStyles" Target="tableStyles.xml" /><Relationship Id="DeterministicId5" Type="http://schemas.openxmlformats.org/officeDocument/2006/relationships/tags" Target="tags/tag1.xml" /><Relationship Id="DeterministicId6" Type="http://schemas.openxmlformats.org/officeDocument/2006/relationships/theme" Target="theme/theme1.xml" /><Relationship Id="DeterministicId7" Type="http://schemas.openxmlformats.org/officeDocument/2006/relationships/viewProps" Target="viewProps.xml" /></Relationships>
</file>

<file path=ppt/slideLayouts/_rels/slideLayout1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Deterministic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0000001-0000-0000-0000-000000000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1.xml" /><Relationship Id="DeterministicId2" Type="http://schemas.openxmlformats.org/officeDocument/2006/relationships/slideLayout" Target="../slideLayouts/slideLayout10.xml" /><Relationship Id="DeterministicId3" Type="http://schemas.openxmlformats.org/officeDocument/2006/relationships/slideLayout" Target="../slideLayouts/slideLayout11.xml" /><Relationship Id="DeterministicId4" Type="http://schemas.openxmlformats.org/officeDocument/2006/relationships/slideLayout" Target="../slideLayouts/slideLayout2.xml" /><Relationship Id="DeterministicId5" Type="http://schemas.openxmlformats.org/officeDocument/2006/relationships/slideLayout" Target="../slideLayouts/slideLayout3.xml" /><Relationship Id="DeterministicId6" Type="http://schemas.openxmlformats.org/officeDocument/2006/relationships/slideLayout" Target="../slideLayouts/slideLayout4.xml" /><Relationship Id="DeterministicId7" Type="http://schemas.openxmlformats.org/officeDocument/2006/relationships/slideLayout" Target="../slideLayouts/slideLayout5.xml" /><Relationship Id="DeterministicId8" Type="http://schemas.openxmlformats.org/officeDocument/2006/relationships/slideLayout" Target="../slideLayouts/slideLayout6.xml" /><Relationship Id="DeterministicId9" Type="http://schemas.openxmlformats.org/officeDocument/2006/relationships/slideLayout" Target="../slideLayouts/slideLayout7.xml" /><Relationship Id="DeterministicId10" Type="http://schemas.openxmlformats.org/officeDocument/2006/relationships/slideLayout" Target="../slideLayouts/slideLayout8.xml" /><Relationship Id="DeterministicId11" Type="http://schemas.openxmlformats.org/officeDocument/2006/relationships/slideLayout" Target="../slideLayouts/slideLayout9.xml" /><Relationship Id="DeterministicId12" Type="http://schemas.openxmlformats.org/officeDocument/2006/relationships/theme" Target="../theme/theme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1-0000-0000-0000-000000000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2-0000-0000-0000-00000000000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DeterministicId1"/>
    <p:sldLayoutId id="2147483650" r:id="DeterministicId4"/>
    <p:sldLayoutId id="2147483651" r:id="DeterministicId5"/>
    <p:sldLayoutId id="2147483652" r:id="DeterministicId6"/>
    <p:sldLayoutId id="2147483653" r:id="DeterministicId7"/>
    <p:sldLayoutId id="2147483654" r:id="DeterministicId8"/>
    <p:sldLayoutId id="2147483655" r:id="DeterministicId9"/>
    <p:sldLayoutId id="2147483656" r:id="DeterministicId10"/>
    <p:sldLayoutId id="2147483657" r:id="DeterministicId11"/>
    <p:sldLayoutId id="2147483658" r:id="DeterministicId2"/>
    <p:sldLayoutId id="2147483659" r:id="DeterministicId3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Deterministic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1" name="TextBox"/>
          <p:cNvSpPr txBox="1">
            <a:spLocks noGrp="1" noSelect="1" noRot="1" noMove="1"/>
          </p:cNvSpPr>
          <p:nvPr/>
        </p:nvSpPr>
        <p:spPr>
          <a:xfrm>
            <a:off x="1366520" y="2644140"/>
            <a:ext cx="6411372" cy="156966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>
            <a:lvl1pPr algn="l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en-US" sz="3200" b="1" noProof="1" dirty="0">
                <a:solidFill>
                  <a:prstClr val="red">
                    <a:lumOff val="30000"/>
                    <a:alpha val="40000"/>
                  </a:prstClr>
                </a:solidFill>
                <a:effectLst>
                  <a:outerShdw blurRad="50800" dist="38100" algn="tr" rotWithShape="0">
                    <a:prstClr val="black">
                      <a:alpha val="80000"/>
                    </a:prstClr>
                  </a:outerShdw>
                </a:effectLst>
                <a:latin typeface="Calibri" pitchFamily="34" charset="0"/>
              </a:defRPr>
            </a:lvl1pPr>
          </a:lstStyle>
          <a:p>
            <a:pPr algn="ctr"/>
            <a:r>
              <a:t>Evaluation only.</a:t>
            </a:r>
          </a:p>
          <a:p>
            <a:pPr algn="ctr"/>
            <a:r>
              <a:t>Created with Aspose.Slides for .NET6 26.10.</a:t>
            </a:r>
          </a:p>
          <a:p>
            <a:pPr algn="ctr"/>
            <a:r>
              <a:t>Copyright 2004-2026Aspose Pty Ltd.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10.0.12"/>
  <p:tag name="AS_OS" val="Microsoft Windows NT 10.0.28000.0"/>
  <p:tag name="AS_RELEASE_DATE" val="2026.10.14"/>
  <p:tag name="AS_TITLE" val="Aspose.Slides for .NET6"/>
  <p:tag name="AS_VERSION" val="26.10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4">
      <vt:lpstr>Arial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26.1000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2" name="Key">
    <vt:lpwstr>Value</vt:lpwstr>
  </property>
</Properties>
</file>