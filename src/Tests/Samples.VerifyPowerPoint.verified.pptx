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vml" ContentType="application/vnd.openxmlformats-officedocument.vmlDrawing"/>
  <Default Extension="xml" ContentType="application/vnd.openxmlformats-officedocument.presentationml.slideLayout+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&#65279;<?xml version="1.0" encoding="utf-8" standalone="yes"?><Relationships xmlns="http://schemas.openxmlformats.org/package/2006/relationships"><Relationship Id="DeterministicId1" Type="http://schemas.openxmlformats.org/officeDocument/2006/relationships/extended-properties" Target="docProps/app.xml" /><Relationship Id="DeterministicId2" Type="http://schemas.openxmlformats.org/officeDocument/2006/relationships/officeDocument" Target="ppt/presentation.xml" /><Relationship Id="DeterministicId3" Type="http://schemas.openxmlformats.org/package/2006/relationships/metadata/core-properties" Target="docProps/core.xml" /><Relationship Id="DeterministicId4" Type="http://schemas.openxmlformats.org/package/2006/relationships/metadata/thumbnail" Target="docProps/thumbnail.jpeg" /></Relationships>
</file>

<file path=ppt/presentation.xml><?xml version="1.0" encoding="utf-8"?>
<!--Generated by Aspose.Slides for .NET 26.10-->
<p:presentation xmlns:r="http://schemas.openxmlformats.org/officeDocument/2006/relationships" xmlns:a="http://schemas.openxmlformats.org/drawingml/2006/main" xmlns:p="http://schemas.openxmlformats.org/presentationml/2006/main" strictFirstAndLastChars="0" saveSubsetFonts="1">
  <p:sldMasterIdLst>
    <p:sldMasterId id="2147483648" r:id="DeterministicId6"/>
    <p:sldMasterId id="2147483649" r:id="DeterministicId7"/>
  </p:sldMasterIdLst>
  <p:notesMasterIdLst>
    <p:notesMasterId r:id="DeterministicId1"/>
  </p:notesMasterIdLst>
  <p:sldIdLst>
    <p:sldId id="256" r:id="DeterministicId3"/>
    <p:sldId id="257" r:id="DeterministicId4"/>
    <p:sldId id="258" r:id="DeterministicId5"/>
  </p:sldIdLst>
  <p:sldSz cx="10080625" cy="7559675"/>
  <p:notesSz cx="7559675" cy="10691813"/>
  <p:custDataLst>
    <p:tags r:id="DeterministicId9"/>
  </p:custDataLst>
  <p:defaultTextStyle>
    <a:defPPr>
      <a:defRPr lang="en-GB"/>
    </a:defPPr>
    <a:lvl1pPr algn="l" defTabSz="457200" rtl="0" fontAlgn="base" hangingPunct="0">
      <a:lnSpc>
        <a:spcPct val="94000"/>
      </a:lnSpc>
      <a:spcBef>
        <a:spcPct val="0"/>
      </a:spcBef>
      <a:spcAft>
        <a:spcPct val="0"/>
      </a:spcAft>
      <a:buClr>
        <a:srgbClr val="000000"/>
      </a:buClr>
      <a:buSzTx/>
      <a:buFont typeface="Times New Roman" panose="02020603050405020304" pitchFamily="18" charset="0"/>
      <a:defRPr kern="1200">
        <a:solidFill>
          <a:schemeClr val="tx1"/>
        </a:solidFill>
        <a:latin typeface="Arial" panose="020b0604020202020204" pitchFamily="34" charset="0"/>
        <a:ea typeface="+mn-ea"/>
        <a:cs typeface="Droid Sans Fallback"/>
      </a:defRPr>
    </a:lvl1pPr>
    <a:lvl2pPr marL="742950" indent="-285750" algn="l" defTabSz="457200" rtl="0" fontAlgn="base" hangingPunct="0">
      <a:lnSpc>
        <a:spcPct val="94000"/>
      </a:lnSpc>
      <a:spcBef>
        <a:spcPct val="0"/>
      </a:spcBef>
      <a:spcAft>
        <a:spcPct val="0"/>
      </a:spcAft>
      <a:buClr>
        <a:srgbClr val="000000"/>
      </a:buClr>
      <a:buSzTx/>
      <a:buFont typeface="Times New Roman" panose="02020603050405020304" pitchFamily="18" charset="0"/>
      <a:defRPr kern="1200">
        <a:solidFill>
          <a:schemeClr val="tx1"/>
        </a:solidFill>
        <a:latin typeface="Arial" panose="020b0604020202020204" pitchFamily="34" charset="0"/>
        <a:ea typeface="+mn-ea"/>
        <a:cs typeface="Droid Sans Fallback"/>
      </a:defRPr>
    </a:lvl2pPr>
    <a:lvl3pPr marL="1143000" indent="-228600" algn="l" defTabSz="457200" rtl="0" fontAlgn="base" hangingPunct="0">
      <a:lnSpc>
        <a:spcPct val="94000"/>
      </a:lnSpc>
      <a:spcBef>
        <a:spcPct val="0"/>
      </a:spcBef>
      <a:spcAft>
        <a:spcPct val="0"/>
      </a:spcAft>
      <a:buClr>
        <a:srgbClr val="000000"/>
      </a:buClr>
      <a:buSzTx/>
      <a:buFont typeface="Times New Roman" panose="02020603050405020304" pitchFamily="18" charset="0"/>
      <a:defRPr kern="1200">
        <a:solidFill>
          <a:schemeClr val="tx1"/>
        </a:solidFill>
        <a:latin typeface="Arial" panose="020b0604020202020204" pitchFamily="34" charset="0"/>
        <a:ea typeface="+mn-ea"/>
        <a:cs typeface="Droid Sans Fallback"/>
      </a:defRPr>
    </a:lvl3pPr>
    <a:lvl4pPr marL="1600200" indent="-228600" algn="l" defTabSz="457200" rtl="0" fontAlgn="base" hangingPunct="0">
      <a:lnSpc>
        <a:spcPct val="94000"/>
      </a:lnSpc>
      <a:spcBef>
        <a:spcPct val="0"/>
      </a:spcBef>
      <a:spcAft>
        <a:spcPct val="0"/>
      </a:spcAft>
      <a:buClr>
        <a:srgbClr val="000000"/>
      </a:buClr>
      <a:buSzTx/>
      <a:buFont typeface="Times New Roman" panose="02020603050405020304" pitchFamily="18" charset="0"/>
      <a:defRPr kern="1200">
        <a:solidFill>
          <a:schemeClr val="tx1"/>
        </a:solidFill>
        <a:latin typeface="Arial" panose="020b0604020202020204" pitchFamily="34" charset="0"/>
        <a:ea typeface="+mn-ea"/>
        <a:cs typeface="Droid Sans Fallback"/>
      </a:defRPr>
    </a:lvl4pPr>
    <a:lvl5pPr marL="2057400" indent="-228600" algn="l" defTabSz="457200" rtl="0" fontAlgn="base" hangingPunct="0">
      <a:lnSpc>
        <a:spcPct val="94000"/>
      </a:lnSpc>
      <a:spcBef>
        <a:spcPct val="0"/>
      </a:spcBef>
      <a:spcAft>
        <a:spcPct val="0"/>
      </a:spcAft>
      <a:buClr>
        <a:srgbClr val="000000"/>
      </a:buClr>
      <a:buSzTx/>
      <a:buFont typeface="Times New Roman" panose="02020603050405020304" pitchFamily="18" charset="0"/>
      <a:defRPr kern="1200">
        <a:solidFill>
          <a:schemeClr val="tx1"/>
        </a:solidFill>
        <a:latin typeface="Arial" panose="020b0604020202020204" pitchFamily="34" charset="0"/>
        <a:ea typeface="+mn-ea"/>
        <a:cs typeface="Droid Sans Fallback"/>
      </a:defRPr>
    </a:lvl5pPr>
    <a:lvl6pPr marL="2286000" algn="l" defTabSz="914400" rtl="0" eaLnBrk="1" latinLnBrk="0" hangingPunct="1">
      <a:defRPr kern="1200">
        <a:solidFill>
          <a:schemeClr val="tx1"/>
        </a:solidFill>
        <a:latin typeface="Arial" panose="020b0604020202020204" pitchFamily="34" charset="0"/>
        <a:ea typeface="+mn-ea"/>
        <a:cs typeface="Droid Sans Fallback"/>
      </a:defRPr>
    </a:lvl6pPr>
    <a:lvl7pPr marL="2743200" algn="l" defTabSz="914400" rtl="0" eaLnBrk="1" latinLnBrk="0" hangingPunct="1">
      <a:defRPr kern="1200">
        <a:solidFill>
          <a:schemeClr val="tx1"/>
        </a:solidFill>
        <a:latin typeface="Arial" panose="020b0604020202020204" pitchFamily="34" charset="0"/>
        <a:ea typeface="+mn-ea"/>
        <a:cs typeface="Droid Sans Fallback"/>
      </a:defRPr>
    </a:lvl7pPr>
    <a:lvl8pPr marL="3200400" algn="l" defTabSz="914400" rtl="0" eaLnBrk="1" latinLnBrk="0" hangingPunct="1">
      <a:defRPr kern="1200">
        <a:solidFill>
          <a:schemeClr val="tx1"/>
        </a:solidFill>
        <a:latin typeface="Arial" panose="020b0604020202020204" pitchFamily="34" charset="0"/>
        <a:ea typeface="+mn-ea"/>
        <a:cs typeface="Droid Sans Fallback"/>
      </a:defRPr>
    </a:lvl8pPr>
    <a:lvl9pPr marL="3657600" algn="l" defTabSz="914400" rtl="0" eaLnBrk="1" latinLnBrk="0" hangingPunct="1">
      <a:defRPr kern="1200">
        <a:solidFill>
          <a:schemeClr val="tx1"/>
        </a:solidFill>
        <a:latin typeface="Arial" panose="020b0604020202020204" pitchFamily="34" charset="0"/>
        <a:ea typeface="+mn-ea"/>
        <a:cs typeface="Droid Sans Fallback"/>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sldGuideLst xmlns:p15="http://schemas.microsoft.com/office/powerpoint/2012/main">
        <p15:guide id="1" orient="horz" pos="2880" userDrawn="1">
          <p15:clr>
            <a:srgbClr val="A4A3A4"/>
          </p15:clr>
        </p15:guide>
        <p15:guide id="2" pos="2160" userDrawn="1">
          <p15:clr>
            <a:srgbClr val="A4A3A4"/>
          </p15:clr>
        </p15:guide>
      </p15:sldGuideLst>
    </p:ext>
  </p:extLst>
</p:presentation>
</file>

<file path=ppt/presProps.xml><?xml version="1.0" encoding="utf-8"?>
<p:presentationPr xmlns:r="http://schemas.openxmlformats.org/officeDocument/2006/relationships" xmlns:a="http://schemas.openxmlformats.org/drawingml/2006/main"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 uri="{1BD7E111-0CB8-44D6-8891-C1BB2F81B7CC}">
      <p1710:readonlyRecommended xmlns:p1710="http://schemas.microsoft.com/office/powerpoint/2017/10/main" val="0"/>
    </p:ext>
  </p:extLst>
</p:presentationPr>
</file>

<file path=ppt/tableStyles.xml><?xml version="1.0" encoding="utf-8"?>
<a:tblStyleLst xmlns:r="http://schemas.openxmlformats.org/officeDocument/2006/relationships"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fill>
          <a:solidFill>
            <a:schemeClr val="accent1">
              <a:tint val="40000"/>
            </a:schemeClr>
          </a:solidFill>
        </a:fill>
      </a:tcStyle>
    </a:band1H>
    <a:band1V>
      <a:tcStyle>
        <a:fill>
          <a:solidFill>
            <a:schemeClr val="accent1">
              <a:tint val="40000"/>
            </a:schemeClr>
          </a:solidFill>
        </a:fill>
      </a:tcStyle>
    </a:band1V>
    <a:lastCol>
      <a:tcTxStyle b="on">
        <a:fontRef idx="minor">
          <a:prstClr val="black"/>
        </a:fontRef>
        <a:schemeClr val="lt1"/>
      </a:tcTxStyle>
      <a:tcStyle>
        <a:fill>
          <a:solidFill>
            <a:schemeClr val="accent1"/>
          </a:solidFill>
        </a:fill>
      </a:tcStyle>
    </a:lastCol>
    <a:firstCol>
      <a:tcTxStyle b="on">
        <a:fontRef idx="minor">
          <a:prstClr val="black"/>
        </a:fontRef>
        <a:schemeClr val="lt1"/>
      </a:tcTxStyle>
      <a:tcStyle>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108" d="100"/>
          <a:sy n="108" d="100"/>
        </p:scale>
        <p:origin x="1709" y="82"/>
      </p:cViewPr>
      <p:guideLst>
        <p:guide orient="horz" pos="2160"/>
        <p:guide pos="2880"/>
      </p:guideLst>
    </p:cSldViewPr>
  </p:slideViewPr>
  <p:outlineViewPr>
    <p:cViewPr varScale="1">
      <p:scale>
        <a:sx n="170" d="200"/>
        <a:sy n="170" d="200"/>
      </p:scale>
      <p:origin x="-780" y="-84"/>
    </p:cViewPr>
  </p:outlineViewPr>
  <p:notesTextViewPr>
    <p:cViewPr>
      <p:scale>
        <a:sx n="1" d="1"/>
        <a:sy n="1" d="1"/>
      </p:scale>
      <p:origin x="0" y="0"/>
    </p:cViewPr>
  </p:notesTextViewPr>
  <p:notesViewPr>
    <p:cSldViewPr>
      <p:cViewPr varScale="1">
        <p:scale>
          <a:sx n="59" d="100"/>
          <a:sy n="59" d="100"/>
        </p:scale>
        <p:origin x="-1752" y="-72"/>
      </p:cViewPr>
      <p:guideLst>
        <p:guide orient="horz" pos="2880"/>
        <p:guide pos="2160"/>
      </p:guideLst>
    </p:cSldViewPr>
  </p:notesViewPr>
  <p:gridSpacing cx="72008" cy="72008"/>
</p:viewPr>
</file>

<file path=ppt/_rels/presentation.xml.rels>&#65279;<?xml version="1.0" encoding="utf-8" standalone="yes"?><Relationships xmlns="http://schemas.openxmlformats.org/package/2006/relationships"><Relationship Id="DeterministicId1" Type="http://schemas.openxmlformats.org/officeDocument/2006/relationships/notesMaster" Target="notesMasters/notesMaster1.xml" /><Relationship Id="DeterministicId2" Type="http://schemas.openxmlformats.org/officeDocument/2006/relationships/presProps" Target="presProps.xml" /><Relationship Id="DeterministicId3" Type="http://schemas.openxmlformats.org/officeDocument/2006/relationships/slide" Target="slides/slide1.xml" /><Relationship Id="DeterministicId4" Type="http://schemas.openxmlformats.org/officeDocument/2006/relationships/slide" Target="slides/slide2.xml" /><Relationship Id="DeterministicId5" Type="http://schemas.openxmlformats.org/officeDocument/2006/relationships/slide" Target="slides/slide3.xml" /><Relationship Id="DeterministicId6" Type="http://schemas.openxmlformats.org/officeDocument/2006/relationships/slideMaster" Target="slideMasters/slideMaster1.xml" /><Relationship Id="DeterministicId7" Type="http://schemas.openxmlformats.org/officeDocument/2006/relationships/slideMaster" Target="slideMasters/slideMaster2.xml" /><Relationship Id="DeterministicId8" Type="http://schemas.openxmlformats.org/officeDocument/2006/relationships/tableStyles" Target="tableStyles.xml" /><Relationship Id="DeterministicId9" Type="http://schemas.openxmlformats.org/officeDocument/2006/relationships/tags" Target="tags/tag1.xml" /><Relationship Id="DeterministicId10" Type="http://schemas.openxmlformats.org/officeDocument/2006/relationships/theme" Target="theme/theme1.xml" /><Relationship Id="DeterministicId11" Type="http://schemas.openxmlformats.org/officeDocument/2006/relationships/viewProps" Target="viewProps.xml" /></Relationships>
</file>

<file path=ppt/drawings/_rels/vmlDrawing1.vml.rels>&#65279;<?xml version="1.0" encoding="utf-8" standalone="yes"?><Relationships xmlns="http://schemas.openxmlformats.org/package/2006/relationships"><Relationship Id="rId1" Type="http://schemas.openxmlformats.org/officeDocument/2006/relationships/image" Target="../media/image2.emf" /></Relationships>
</file>

<file path=ppt/notesMasters/_rels/notesMaster1.xml.rels>&#65279;<?xml version="1.0" encoding="utf-8" standalone="yes"?><Relationships xmlns="http://schemas.openxmlformats.org/package/2006/relationships"><Relationship Id="DeterministicId1" Type="http://schemas.openxmlformats.org/officeDocument/2006/relationships/theme" Target="../theme/theme3.xml" /></Relationships>
</file>

<file path=ppt/notesMasters/notesMaster1.xml><?xml version="1.0" encoding="utf-8"?>
<p:notesMaster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http://schemas.openxmlformats.org/presentationml/2006/main">
  <p:cSld name="">
    <p:bg>
      <p:bgPr>
        <a:solidFill>
          <a:srgbClr val="FFFFFF"/>
        </a:solidFill>
        <a:effectLst/>
      </p:bgPr>
    </p:bg>
    <p:spTree>
      <p:nvGrpSpPr>
        <p:cNvPr id="1" name=""/>
        <p:cNvGrpSpPr/>
        <p:nvPr/>
      </p:nvGrpSpPr>
      <p:grpSpPr>
        <a:xfrm>
          <a:off x="0" y="0"/>
          <a:ext cx="0" cy="0"/>
        </a:xfrm>
      </p:grpSpPr>
      <p:sp>
        <p:nvSpPr>
          <p:cNvPr id="3073" name="Rectangle 1">
            <a:extLst>
              <a:ext uri="{FF2B5EF4-FFF2-40B4-BE49-F238E27FC236}">
                <a16:creationId xmlns:a16="http://schemas.microsoft.com/office/drawing/2014/main" id="{23E737A9-070C-4BDF-89FF-E71DC9780074}"/>
              </a:ext>
            </a:extLst>
          </p:cNvPr>
          <p:cNvSpPr>
            <a:spLocks noGrp="1" noChangeArrowheads="1"/>
          </p:cNvSpPr>
          <p:nvPr>
            <p:ph type="sldImg"/>
          </p:nvPr>
        </p:nvSpPr>
        <p:spPr bwMode="auto">
          <a:xfrm>
            <a:off x="1484313" y="900113"/>
            <a:ext cx="4587875" cy="34401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sp>
      <p:sp>
        <p:nvSpPr>
          <p:cNvPr id="3074" name="Rectangle 2">
            <a:extLst>
              <a:ext uri="{FF2B5EF4-FFF2-40B4-BE49-F238E27FC236}">
                <a16:creationId xmlns:a16="http://schemas.microsoft.com/office/drawing/2014/main" id="{50C9951B-2B3F-4AAA-8519-1C464B14D64B}"/>
              </a:ext>
            </a:extLst>
          </p:cNvPr>
          <p:cNvSpPr>
            <a:spLocks noGrp="1" noChangeArrowheads="1"/>
          </p:cNvSpPr>
          <p:nvPr>
            <p:ph type="body" idx="1"/>
          </p:nvPr>
        </p:nvSpPr>
        <p:spPr bwMode="auto">
          <a:xfrm>
            <a:off x="720725" y="4679950"/>
            <a:ext cx="6118225" cy="50387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t" anchorCtr="0" compatLnSpc="1">
            <a:prstTxWarp prst="textNoShape">
              <a:avLst/>
            </a:prstTxWarp>
          </a:bodyPr>
          <a:lstStyle/>
          <a:p>
            <a:pPr lvl="0"/>
            <a:endParaRPr lang="en-US" altLang="en-US"/>
          </a:p>
        </p:txBody>
      </p:sp>
      <p:sp>
        <p:nvSpPr>
          <p:cNvPr id="3075" name="Rectangle 3">
            <a:extLst>
              <a:ext uri="{FF2B5EF4-FFF2-40B4-BE49-F238E27FC236}">
                <a16:creationId xmlns:a16="http://schemas.microsoft.com/office/drawing/2014/main" id="{EFD39F7E-9D85-4E18-8E04-BBC82985E197}"/>
              </a:ext>
            </a:extLst>
          </p:cNvPr>
          <p:cNvSpPr>
            <a:spLocks noGrp="1" noChangeArrowheads="1"/>
          </p:cNvSpPr>
          <p:nvPr>
            <p:ph type="hdr" idx="2"/>
          </p:nvPr>
        </p:nvSpPr>
        <p:spPr bwMode="auto">
          <a:xfrm>
            <a:off x="0" y="0"/>
            <a:ext cx="3278188" cy="5334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t" anchorCtr="0" compatLnSpc="1">
            <a:prstTxWarp prst="textNoShape">
              <a:avLst/>
            </a:prstTxWarp>
          </a:bodyPr>
          <a:lstStyle>
            <a:lvl1pPr>
              <a:lnSpc>
                <a:spcPct val="93000"/>
              </a:lnSpc>
              <a:tabLst>
                <a:tab pos="457200"/>
                <a:tab pos="914400"/>
                <a:tab pos="1371600"/>
                <a:tab pos="1828800"/>
                <a:tab pos="2286000"/>
                <a:tab pos="2743200"/>
                <a:tab pos="3200400"/>
              </a:tabLst>
              <a:defRPr sz="1400">
                <a:solidFill>
                  <a:srgbClr val="000000"/>
                </a:solidFill>
                <a:latin typeface="Times New Roman" panose="02020603050405020304" pitchFamily="18" charset="0"/>
                <a:cs typeface="DejaVu Sans" charset="0"/>
              </a:defRPr>
            </a:lvl1pPr>
          </a:lstStyle>
          <a:p>
            <a:endParaRPr lang="en-US" altLang="en-US"/>
          </a:p>
        </p:txBody>
      </p:sp>
      <p:sp>
        <p:nvSpPr>
          <p:cNvPr id="3076" name="Rectangle 4">
            <a:extLst>
              <a:ext uri="{FF2B5EF4-FFF2-40B4-BE49-F238E27FC236}">
                <a16:creationId xmlns:a16="http://schemas.microsoft.com/office/drawing/2014/main" id="{A049B364-4312-436D-9DE6-CE919316EDFC}"/>
              </a:ext>
            </a:extLst>
          </p:cNvPr>
          <p:cNvSpPr>
            <a:spLocks noGrp="1" noChangeArrowheads="1"/>
          </p:cNvSpPr>
          <p:nvPr>
            <p:ph type="dt" idx="3"/>
          </p:nvPr>
        </p:nvSpPr>
        <p:spPr bwMode="auto">
          <a:xfrm>
            <a:off x="4279900" y="0"/>
            <a:ext cx="3278188" cy="5334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t" anchorCtr="0" compatLnSpc="1">
            <a:prstTxWarp prst="textNoShape">
              <a:avLst/>
            </a:prstTxWarp>
          </a:bodyPr>
          <a:lstStyle>
            <a:lvl1pPr algn="r">
              <a:lnSpc>
                <a:spcPct val="93000"/>
              </a:lnSpc>
              <a:tabLst>
                <a:tab pos="457200"/>
                <a:tab pos="914400"/>
                <a:tab pos="1371600"/>
                <a:tab pos="1828800"/>
                <a:tab pos="2286000"/>
                <a:tab pos="2743200"/>
                <a:tab pos="3200400"/>
              </a:tabLst>
              <a:defRPr sz="1400">
                <a:solidFill>
                  <a:srgbClr val="000000"/>
                </a:solidFill>
                <a:latin typeface="Times New Roman" panose="02020603050405020304" pitchFamily="18" charset="0"/>
                <a:cs typeface="DejaVu Sans" charset="0"/>
              </a:defRPr>
            </a:lvl1pPr>
          </a:lstStyle>
          <a:p>
            <a:endParaRPr lang="en-US" altLang="en-US"/>
          </a:p>
        </p:txBody>
      </p:sp>
      <p:sp>
        <p:nvSpPr>
          <p:cNvPr id="3077" name="Rectangle 5">
            <a:extLst>
              <a:ext uri="{FF2B5EF4-FFF2-40B4-BE49-F238E27FC236}">
                <a16:creationId xmlns:a16="http://schemas.microsoft.com/office/drawing/2014/main" id="{F6138D7A-C16B-4760-86DC-99CE5456EB26}"/>
              </a:ext>
            </a:extLst>
          </p:cNvPr>
          <p:cNvSpPr>
            <a:spLocks noGrp="1" noChangeArrowheads="1"/>
          </p:cNvSpPr>
          <p:nvPr>
            <p:ph type="ftr" idx="4"/>
          </p:nvPr>
        </p:nvSpPr>
        <p:spPr bwMode="auto">
          <a:xfrm>
            <a:off x="0" y="10156825"/>
            <a:ext cx="3278188" cy="5334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b" anchorCtr="0" compatLnSpc="1">
            <a:prstTxWarp prst="textNoShape">
              <a:avLst/>
            </a:prstTxWarp>
          </a:bodyPr>
          <a:lstStyle>
            <a:lvl1pPr>
              <a:lnSpc>
                <a:spcPct val="93000"/>
              </a:lnSpc>
              <a:tabLst>
                <a:tab pos="457200"/>
                <a:tab pos="914400"/>
                <a:tab pos="1371600"/>
                <a:tab pos="1828800"/>
                <a:tab pos="2286000"/>
                <a:tab pos="2743200"/>
                <a:tab pos="3200400"/>
              </a:tabLst>
              <a:defRPr sz="1400">
                <a:solidFill>
                  <a:srgbClr val="000000"/>
                </a:solidFill>
                <a:latin typeface="Times New Roman" panose="02020603050405020304" pitchFamily="18" charset="0"/>
                <a:cs typeface="DejaVu Sans" charset="0"/>
              </a:defRPr>
            </a:lvl1pPr>
          </a:lstStyle>
          <a:p>
            <a:endParaRPr lang="en-US" altLang="en-US"/>
          </a:p>
        </p:txBody>
      </p:sp>
      <p:sp>
        <p:nvSpPr>
          <p:cNvPr id="3078" name="Rectangle 6">
            <a:extLst>
              <a:ext uri="{FF2B5EF4-FFF2-40B4-BE49-F238E27FC236}">
                <a16:creationId xmlns:a16="http://schemas.microsoft.com/office/drawing/2014/main" id="{E9ECC533-E29C-491C-AF68-8587D3C39788}"/>
              </a:ext>
            </a:extLst>
          </p:cNvPr>
          <p:cNvSpPr>
            <a:spLocks noGrp="1" noChangeArrowheads="1"/>
          </p:cNvSpPr>
          <p:nvPr>
            <p:ph type="sldNum" idx="5"/>
          </p:nvPr>
        </p:nvSpPr>
        <p:spPr bwMode="auto">
          <a:xfrm>
            <a:off x="4279900" y="10156825"/>
            <a:ext cx="3278188" cy="5334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b" anchorCtr="0" compatLnSpc="1">
            <a:prstTxWarp prst="textNoShape">
              <a:avLst/>
            </a:prstTxWarp>
          </a:bodyPr>
          <a:lstStyle>
            <a:lvl1pPr algn="r">
              <a:lnSpc>
                <a:spcPct val="93000"/>
              </a:lnSpc>
              <a:tabLst>
                <a:tab pos="457200"/>
                <a:tab pos="914400"/>
                <a:tab pos="1371600"/>
                <a:tab pos="1828800"/>
                <a:tab pos="2286000"/>
                <a:tab pos="2743200"/>
                <a:tab pos="3200400"/>
              </a:tabLst>
              <a:defRPr sz="1400">
                <a:solidFill>
                  <a:srgbClr val="000000"/>
                </a:solidFill>
                <a:latin typeface="Times New Roman" panose="02020603050405020304" pitchFamily="18" charset="0"/>
                <a:cs typeface="DejaVu Sans" charset="0"/>
              </a:defRPr>
            </a:lvl1pPr>
          </a:lstStyle>
          <a:p>
            <a:fld id="{00000001-0000-0000-0000-000000000000}" type="slidenum">
              <a:rPr lang="en-US" altLang="en-US"/>
              <a:t>‹#›</a:t>
            </a:fld>
            <a:endParaRPr lang="en-US" altLang="en-US"/>
          </a:p>
        </p:txBody>
      </p:sp>
    </p:spTree>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buClr>
        <a:srgbClr val="000000"/>
      </a:buClr>
      <a:buSzTx/>
      <a:buFont typeface="Times New Roman" panose="02020603050405020304" pitchFamily="18" charset="0"/>
      <a:defRPr sz="1200" kern="1200">
        <a:solidFill>
          <a:srgbClr val="000000"/>
        </a:solidFill>
        <a:latin typeface="Times New Roman" panose="02020603050405020304" pitchFamily="18" charset="0"/>
        <a:ea typeface="+mn-ea"/>
        <a:cs typeface="+mn-cs"/>
      </a:defRPr>
    </a:lvl1pPr>
    <a:lvl2pPr marL="742950" indent="-285750" algn="l" defTabSz="457200" rtl="0" eaLnBrk="0" fontAlgn="base" hangingPunct="0">
      <a:spcBef>
        <a:spcPct val="30000"/>
      </a:spcBef>
      <a:spcAft>
        <a:spcPct val="0"/>
      </a:spcAft>
      <a:buClr>
        <a:srgbClr val="000000"/>
      </a:buClr>
      <a:buSzTx/>
      <a:buFont typeface="Times New Roman" panose="02020603050405020304" pitchFamily="18" charset="0"/>
      <a:defRPr sz="1200" kern="1200">
        <a:solidFill>
          <a:srgbClr val="000000"/>
        </a:solidFill>
        <a:latin typeface="Times New Roman" panose="02020603050405020304" pitchFamily="18" charset="0"/>
        <a:ea typeface="+mn-ea"/>
        <a:cs typeface="+mn-cs"/>
      </a:defRPr>
    </a:lvl2pPr>
    <a:lvl3pPr marL="1143000" indent="-228600" algn="l" defTabSz="457200" rtl="0" eaLnBrk="0" fontAlgn="base" hangingPunct="0">
      <a:spcBef>
        <a:spcPct val="30000"/>
      </a:spcBef>
      <a:spcAft>
        <a:spcPct val="0"/>
      </a:spcAft>
      <a:buClr>
        <a:srgbClr val="000000"/>
      </a:buClr>
      <a:buSzTx/>
      <a:buFont typeface="Times New Roman" panose="02020603050405020304" pitchFamily="18" charset="0"/>
      <a:defRPr sz="1200" kern="1200">
        <a:solidFill>
          <a:srgbClr val="000000"/>
        </a:solidFill>
        <a:latin typeface="Times New Roman" panose="02020603050405020304" pitchFamily="18" charset="0"/>
        <a:ea typeface="+mn-ea"/>
        <a:cs typeface="+mn-cs"/>
      </a:defRPr>
    </a:lvl3pPr>
    <a:lvl4pPr marL="1600200" indent="-228600" algn="l" defTabSz="457200" rtl="0" eaLnBrk="0" fontAlgn="base" hangingPunct="0">
      <a:spcBef>
        <a:spcPct val="30000"/>
      </a:spcBef>
      <a:spcAft>
        <a:spcPct val="0"/>
      </a:spcAft>
      <a:buClr>
        <a:srgbClr val="000000"/>
      </a:buClr>
      <a:buSzTx/>
      <a:buFont typeface="Times New Roman" panose="02020603050405020304" pitchFamily="18" charset="0"/>
      <a:defRPr sz="1200" kern="1200">
        <a:solidFill>
          <a:srgbClr val="000000"/>
        </a:solidFill>
        <a:latin typeface="Times New Roman" panose="02020603050405020304" pitchFamily="18" charset="0"/>
        <a:ea typeface="+mn-ea"/>
        <a:cs typeface="+mn-cs"/>
      </a:defRPr>
    </a:lvl4pPr>
    <a:lvl5pPr marL="2057400" indent="-228600" algn="l" defTabSz="457200" rtl="0" eaLnBrk="0" fontAlgn="base" hangingPunct="0">
      <a:spcBef>
        <a:spcPct val="30000"/>
      </a:spcBef>
      <a:spcAft>
        <a:spcPct val="0"/>
      </a:spcAft>
      <a:buClr>
        <a:srgbClr val="000000"/>
      </a:buClr>
      <a:buSzTx/>
      <a:buFont typeface="Times New Roman" panose="02020603050405020304" pitchFamily="18" charset="0"/>
      <a:defRPr sz="1200" kern="1200">
        <a:solidFill>
          <a:srgbClr val="000000"/>
        </a:solidFill>
        <a:latin typeface="Times New Roman" panose="02020603050405020304"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&#65279;<?xml version="1.0" encoding="utf-8" standalone="yes"?><Relationships xmlns="http://schemas.openxmlformats.org/package/2006/relationships"><Relationship Id="DeterministicId1" Type="http://schemas.openxmlformats.org/officeDocument/2006/relationships/notesMaster" Target="../notesMasters/notesMaster1.xml" /><Relationship Id="DeterministicId2" Type="http://schemas.openxmlformats.org/officeDocument/2006/relationships/slide" Target="../slides/slide1.xml" /></Relationships>
</file>

<file path=ppt/notesSlides/_rels/notesSlide2.xml.rels>&#65279;<?xml version="1.0" encoding="utf-8" standalone="yes"?><Relationships xmlns="http://schemas.openxmlformats.org/package/2006/relationships"><Relationship Id="DeterministicId1" Type="http://schemas.openxmlformats.org/officeDocument/2006/relationships/notesMaster" Target="../notesMasters/notesMaster1.xml" /><Relationship Id="DeterministicId2" Type="http://schemas.openxmlformats.org/officeDocument/2006/relationships/slide" Target="../slides/slide2.xml" /></Relationships>
</file>

<file path=ppt/notesSlides/_rels/notesSlide3.xml.rels>&#65279;<?xml version="1.0" encoding="utf-8" standalone="yes"?><Relationships xmlns="http://schemas.openxmlformats.org/package/2006/relationships"><Relationship Id="DeterministicId1" Type="http://schemas.openxmlformats.org/officeDocument/2006/relationships/notesMaster" Target="../notesMasters/notesMaster1.xml" /><Relationship Id="Deterministic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http://schemas.openxmlformats.org/presentationml/2006/main">
  <p:cSld name="">
    <p:bg>
      <p:bgPr>
        <a:solidFill>
          <a:srgbClr val="FFFFFF"/>
        </a:solidFill>
        <a:effectLst/>
      </p:bgPr>
    </p:bg>
    <p:spTree>
      <p:nvGrpSpPr>
        <p:cNvPr id="1" name=""/>
        <p:cNvGrpSpPr/>
        <p:nvPr/>
      </p:nvGrpSpPr>
      <p:grpSpPr>
        <a:xfrm>
          <a:off x="0" y="0"/>
          <a:ext cx="0" cy="0"/>
        </a:xfrm>
      </p:grpSpPr>
      <p:sp>
        <p:nvSpPr>
          <p:cNvPr id="7" name="Rectangle 6">
            <a:extLst>
              <a:ext uri="{FF2B5EF4-FFF2-40B4-BE49-F238E27FC236}">
                <a16:creationId xmlns:a16="http://schemas.microsoft.com/office/drawing/2014/main" id="{FB67E8EF-2A2D-459C-A1BB-05A843C5973F}"/>
              </a:ext>
            </a:extLst>
          </p:cNvPr>
          <p:cNvSpPr>
            <a:spLocks noGrp="1" noChangeArrowheads="1"/>
          </p:cNvSpPr>
          <p:nvPr>
            <p:ph type="sldNum"/>
          </p:nvPr>
        </p:nvSpPr>
        <p:spPr/>
        <p:txBody>
          <a:bodyPr/>
          <a:lstStyle/>
          <a:p>
            <a:fld id="{00000001-0000-0000-0000-000000000000}" type="slidenum">
              <a:rPr lang="en-US" altLang="en-US"/>
              <a:t>1</a:t>
            </a:fld>
            <a:endParaRPr lang="en-US" altLang="en-US"/>
          </a:p>
        </p:txBody>
      </p:sp>
      <p:sp>
        <p:nvSpPr>
          <p:cNvPr id="7169" name="Rectangle 1">
            <a:extLst>
              <a:ext uri="{FF2B5EF4-FFF2-40B4-BE49-F238E27FC236}">
                <a16:creationId xmlns:a16="http://schemas.microsoft.com/office/drawing/2014/main" id="{5D8A5EDC-C30C-4C9A-BF88-9D7E4030A854}"/>
              </a:ext>
            </a:extLst>
          </p:cNvPr>
          <p:cNvSpPr txBox="1">
            <a:spLocks noChangeArrowheads="1"/>
          </p:cNvSpPr>
          <p:nvPr>
            <p:ph type="sldImg" idx="2"/>
          </p:nvPr>
        </p:nvSpPr>
        <p:spPr bwMode="auto">
          <a:xfrm>
            <a:off x="1484313" y="900113"/>
            <a:ext cx="4589462" cy="3441700"/>
          </a:xfrm>
          <a:prstGeom prst="rect">
            <a:avLst/>
          </a:prstGeom>
          <a:solidFill>
            <a:srgbClr val="FFFFFF"/>
          </a:solidFill>
          <a:ln>
            <a:solidFill>
              <a:srgbClr val="000000"/>
            </a:solidFill>
            <a:miter lim="800000"/>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7170" name="Rectangle 2">
            <a:extLst>
              <a:ext uri="{FF2B5EF4-FFF2-40B4-BE49-F238E27FC236}">
                <a16:creationId xmlns:a16="http://schemas.microsoft.com/office/drawing/2014/main" id="{5DD51D49-B340-430D-B093-EA1BDC312916}"/>
              </a:ext>
            </a:extLst>
          </p:cNvPr>
          <p:cNvSpPr txBox="1">
            <a:spLocks noChangeArrowheads="1"/>
          </p:cNvSpPr>
          <p:nvPr>
            <p:ph type="body" idx="1"/>
          </p:nvPr>
        </p:nvSpPr>
        <p:spPr bwMode="auto">
          <a:xfrm>
            <a:off x="720725" y="4679950"/>
            <a:ext cx="6119813" cy="5040313"/>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http://schemas.openxmlformats.org/presentationml/2006/main">
  <p:cSld name="">
    <p:bg>
      <p:bgPr>
        <a:solidFill>
          <a:srgbClr val="FFFFFF"/>
        </a:solidFill>
        <a:effectLst/>
      </p:bgPr>
    </p:bg>
    <p:spTree>
      <p:nvGrpSpPr>
        <p:cNvPr id="1" name=""/>
        <p:cNvGrpSpPr/>
        <p:nvPr/>
      </p:nvGrpSpPr>
      <p:grpSpPr>
        <a:xfrm>
          <a:off x="0" y="0"/>
          <a:ext cx="0" cy="0"/>
        </a:xfrm>
      </p:grpSpPr>
      <p:sp>
        <p:nvSpPr>
          <p:cNvPr id="7" name="Rectangle 6">
            <a:extLst>
              <a:ext uri="{FF2B5EF4-FFF2-40B4-BE49-F238E27FC236}">
                <a16:creationId xmlns:a16="http://schemas.microsoft.com/office/drawing/2014/main" id="{6E33B3D0-16BA-44AD-A663-E35CDD8D8FA1}"/>
              </a:ext>
            </a:extLst>
          </p:cNvPr>
          <p:cNvSpPr>
            <a:spLocks noGrp="1" noChangeArrowheads="1"/>
          </p:cNvSpPr>
          <p:nvPr>
            <p:ph type="sldNum"/>
          </p:nvPr>
        </p:nvSpPr>
        <p:spPr/>
        <p:txBody>
          <a:bodyPr/>
          <a:lstStyle/>
          <a:p>
            <a:fld id="{00000001-0000-0000-0000-000000000000}" type="slidenum">
              <a:rPr lang="en-US" altLang="en-US"/>
              <a:t>2</a:t>
            </a:fld>
            <a:endParaRPr lang="en-US" altLang="en-US"/>
          </a:p>
        </p:txBody>
      </p:sp>
      <p:sp>
        <p:nvSpPr>
          <p:cNvPr id="8193" name="Rectangle 1">
            <a:extLst>
              <a:ext uri="{FF2B5EF4-FFF2-40B4-BE49-F238E27FC236}">
                <a16:creationId xmlns:a16="http://schemas.microsoft.com/office/drawing/2014/main" id="{7D22604E-05F4-4E67-AF52-DB5E1A217EE0}"/>
              </a:ext>
            </a:extLst>
          </p:cNvPr>
          <p:cNvSpPr txBox="1">
            <a:spLocks noChangeArrowheads="1"/>
          </p:cNvSpPr>
          <p:nvPr>
            <p:ph type="sldImg" idx="2"/>
          </p:nvPr>
        </p:nvSpPr>
        <p:spPr bwMode="auto">
          <a:xfrm>
            <a:off x="1484313" y="900113"/>
            <a:ext cx="4589462" cy="3441700"/>
          </a:xfrm>
          <a:prstGeom prst="rect">
            <a:avLst/>
          </a:prstGeom>
          <a:solidFill>
            <a:srgbClr val="FFFFFF"/>
          </a:solidFill>
          <a:ln>
            <a:solidFill>
              <a:srgbClr val="000000"/>
            </a:solidFill>
            <a:miter lim="800000"/>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8194" name="Rectangle 2">
            <a:extLst>
              <a:ext uri="{FF2B5EF4-FFF2-40B4-BE49-F238E27FC236}">
                <a16:creationId xmlns:a16="http://schemas.microsoft.com/office/drawing/2014/main" id="{CB915BE4-322D-4525-BEB0-C76FCA803C14}"/>
              </a:ext>
            </a:extLst>
          </p:cNvPr>
          <p:cNvSpPr txBox="1">
            <a:spLocks noChangeArrowheads="1"/>
          </p:cNvSpPr>
          <p:nvPr>
            <p:ph type="body" idx="1"/>
          </p:nvPr>
        </p:nvSpPr>
        <p:spPr bwMode="auto">
          <a:xfrm>
            <a:off x="720725" y="4679950"/>
            <a:ext cx="6119813" cy="5040313"/>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http://schemas.openxmlformats.org/presentationml/2006/main">
  <p:cSld name="">
    <p:bg>
      <p:bgPr>
        <a:solidFill>
          <a:srgbClr val="FFFFFF"/>
        </a:solidFill>
        <a:effectLst/>
      </p:bgPr>
    </p:bg>
    <p:spTree>
      <p:nvGrpSpPr>
        <p:cNvPr id="1" name=""/>
        <p:cNvGrpSpPr/>
        <p:nvPr/>
      </p:nvGrpSpPr>
      <p:grpSpPr>
        <a:xfrm>
          <a:off x="0" y="0"/>
          <a:ext cx="0" cy="0"/>
        </a:xfrm>
      </p:grpSpPr>
      <p:sp>
        <p:nvSpPr>
          <p:cNvPr id="7" name="Rectangle 6">
            <a:extLst>
              <a:ext uri="{FF2B5EF4-FFF2-40B4-BE49-F238E27FC236}">
                <a16:creationId xmlns:a16="http://schemas.microsoft.com/office/drawing/2014/main" id="{FF321EE4-F258-432C-A847-634B299A8DAC}"/>
              </a:ext>
            </a:extLst>
          </p:cNvPr>
          <p:cNvSpPr>
            <a:spLocks noGrp="1" noChangeArrowheads="1"/>
          </p:cNvSpPr>
          <p:nvPr>
            <p:ph type="sldNum"/>
          </p:nvPr>
        </p:nvSpPr>
        <p:spPr/>
        <p:txBody>
          <a:bodyPr/>
          <a:lstStyle/>
          <a:p>
            <a:fld id="{00000001-0000-0000-0000-000000000000}" type="slidenum">
              <a:rPr lang="en-US" altLang="en-US"/>
              <a:t>3</a:t>
            </a:fld>
            <a:endParaRPr lang="en-US" altLang="en-US"/>
          </a:p>
        </p:txBody>
      </p:sp>
      <p:sp>
        <p:nvSpPr>
          <p:cNvPr id="9217" name="Rectangle 1">
            <a:extLst>
              <a:ext uri="{FF2B5EF4-FFF2-40B4-BE49-F238E27FC236}">
                <a16:creationId xmlns:a16="http://schemas.microsoft.com/office/drawing/2014/main" id="{E81B1428-9174-4ADE-A253-174F24C8B0AF}"/>
              </a:ext>
            </a:extLst>
          </p:cNvPr>
          <p:cNvSpPr txBox="1">
            <a:spLocks noChangeArrowheads="1"/>
          </p:cNvSpPr>
          <p:nvPr>
            <p:ph type="sldImg" idx="2"/>
          </p:nvPr>
        </p:nvSpPr>
        <p:spPr bwMode="auto">
          <a:xfrm>
            <a:off x="1484313" y="900113"/>
            <a:ext cx="4589462" cy="3441700"/>
          </a:xfrm>
          <a:prstGeom prst="rect">
            <a:avLst/>
          </a:prstGeom>
          <a:solidFill>
            <a:srgbClr val="FFFFFF"/>
          </a:solidFill>
          <a:ln>
            <a:solidFill>
              <a:srgbClr val="000000"/>
            </a:solidFill>
            <a:miter lim="800000"/>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9218" name="Rectangle 2">
            <a:extLst>
              <a:ext uri="{FF2B5EF4-FFF2-40B4-BE49-F238E27FC236}">
                <a16:creationId xmlns:a16="http://schemas.microsoft.com/office/drawing/2014/main" id="{2C6F15FF-9238-4E91-B412-4E5B674785BA}"/>
              </a:ext>
            </a:extLst>
          </p:cNvPr>
          <p:cNvSpPr txBox="1">
            <a:spLocks noChangeArrowheads="1"/>
          </p:cNvSpPr>
          <p:nvPr>
            <p:ph type="body" idx="1"/>
          </p:nvPr>
        </p:nvSpPr>
        <p:spPr bwMode="auto">
          <a:xfrm>
            <a:off x="720725" y="4679950"/>
            <a:ext cx="6119813" cy="5040313"/>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a:p>
        </p:txBody>
      </p:sp>
    </p:spTree>
  </p:cSld>
  <p:clrMapOvr>
    <a:masterClrMapping/>
  </p:clrMapOvr>
</p:notes>
</file>

<file path=ppt/slideLayouts/_rels/slideLayout1.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2.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3.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4.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5.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6.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7.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8.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9.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10.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11.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12.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13.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14.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15.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16.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17.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18.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19.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20.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21.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22.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23.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slideLayout1.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title" preserve="1">
  <p:cSld name="Title Slide">
    <p:spTree>
      <p:nvGrpSpPr>
        <p:cNvPr id="1" name=""/>
        <p:cNvGrpSpPr/>
        <p:nvPr/>
      </p:nvGrpSpPr>
      <p:grpSpPr>
        <a:xfrm>
          <a:off x="0" y="0"/>
          <a:ext cx="0" cy="0"/>
        </a:xfrm>
      </p:grpSpPr>
      <p:sp>
        <p:nvSpPr>
          <p:cNvPr id="2" name="Title 1">
            <a:extLst>
              <a:ext uri="{FF2B5EF4-FFF2-40B4-BE49-F238E27FC236}">
                <a16:creationId xmlns:a16="http://schemas.microsoft.com/office/drawing/2014/main" id="{33D0C214-5EF7-470E-B1A5-EB912F43444B}"/>
              </a:ext>
            </a:extLst>
          </p:cNvPr>
          <p:cNvSpPr>
            <a:spLocks noGrp="1"/>
          </p:cNvSpPr>
          <p:nvPr>
            <p:ph type="ctrTitle"/>
          </p:nvPr>
        </p:nvSpPr>
        <p:spPr>
          <a:xfrm>
            <a:off x="1260475" y="1236663"/>
            <a:ext cx="7559675" cy="2632075"/>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C6788403-32D7-4AB6-9E30-31A644FAD7CC}"/>
              </a:ext>
            </a:extLst>
          </p:cNvPr>
          <p:cNvSpPr>
            <a:spLocks noGrp="1"/>
          </p:cNvSpPr>
          <p:nvPr>
            <p:ph type="subTitle" idx="1"/>
          </p:nvPr>
        </p:nvSpPr>
        <p:spPr>
          <a:xfrm>
            <a:off x="1260475" y="3970338"/>
            <a:ext cx="7559675" cy="1825625"/>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2C1A7A45-6E7E-468F-9586-EFEF9E1586D1}"/>
              </a:ext>
            </a:extLst>
          </p:cNvPr>
          <p:cNvSpPr>
            <a:spLocks noGrp="1"/>
          </p:cNvSpPr>
          <p:nvPr>
            <p:ph type="dt" idx="10"/>
          </p:nvPr>
        </p:nvSpPr>
        <p:spPr/>
        <p:txBody>
          <a:bodyPr/>
          <a:lstStyle>
            <a:lvl1pPr>
              <a:defRPr/>
            </a:lvl1pPr>
          </a:lstStyle>
          <a:p>
            <a:endParaRPr lang="en-US" altLang="en-US"/>
          </a:p>
        </p:txBody>
      </p:sp>
      <p:sp>
        <p:nvSpPr>
          <p:cNvPr id="5" name="Footer Placeholder 4">
            <a:extLst>
              <a:ext uri="{FF2B5EF4-FFF2-40B4-BE49-F238E27FC236}">
                <a16:creationId xmlns:a16="http://schemas.microsoft.com/office/drawing/2014/main" id="{1E78DCF1-2BCC-40DC-807C-47048DEAB298}"/>
              </a:ext>
            </a:extLst>
          </p:cNvPr>
          <p:cNvSpPr>
            <a:spLocks noGrp="1"/>
          </p:cNvSpPr>
          <p:nvPr>
            <p:ph type="ftr" idx="11"/>
          </p:nvPr>
        </p:nvSpPr>
        <p:spPr/>
        <p:txBody>
          <a:bodyPr/>
          <a:lstStyle>
            <a:lvl1pPr>
              <a:defRPr/>
            </a:lvl1pPr>
          </a:lstStyle>
          <a:p>
            <a:endParaRPr lang="en-US" altLang="en-US"/>
          </a:p>
        </p:txBody>
      </p:sp>
      <p:sp>
        <p:nvSpPr>
          <p:cNvPr id="6" name="Slide Number Placeholder 5">
            <a:extLst>
              <a:ext uri="{FF2B5EF4-FFF2-40B4-BE49-F238E27FC236}">
                <a16:creationId xmlns:a16="http://schemas.microsoft.com/office/drawing/2014/main" id="{5E34B7B3-498D-4896-B547-15FDA1EF84D3}"/>
              </a:ext>
            </a:extLst>
          </p:cNvPr>
          <p:cNvSpPr>
            <a:spLocks noGrp="1"/>
          </p:cNvSpPr>
          <p:nvPr>
            <p:ph type="sldNum" idx="12"/>
          </p:nvPr>
        </p:nvSpPr>
        <p:spPr/>
        <p:txBody>
          <a:bodyPr/>
          <a:lstStyle>
            <a:lvl1pPr>
              <a:defRPr/>
            </a:lvl1pPr>
          </a:lstStyle>
          <a:p>
            <a:fld id="{00000001-0000-0000-0000-000000000000}" type="slidenum">
              <a:rPr lang="en-US" altLang="en-US"/>
              <a:t>‹#›</a:t>
            </a:fld>
            <a:endParaRPr lang="en-US" altLang="en-US"/>
          </a:p>
        </p:txBody>
      </p:sp>
    </p:spTree>
    <p:extLst>
      <p:ext uri="{BB962C8B-B14F-4D97-AF65-F5344CB8AC3E}">
        <p14:creationId val="3701900396"/>
      </p:ext>
    </p:extLst>
  </p:cSld>
  <p:clrMapOvr>
    <a:masterClrMapping/>
  </p:clrMapOvr>
  <p:transition/>
  <p:timing/>
</p:sldLayout>
</file>

<file path=ppt/slideLayouts/slideLayout2.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obj" preserve="1">
  <p:cSld name="Title and Content">
    <p:spTree>
      <p:nvGrpSpPr>
        <p:cNvPr id="1" name=""/>
        <p:cNvGrpSpPr/>
        <p:nvPr/>
      </p:nvGrpSpPr>
      <p:grpSpPr>
        <a:xfrm>
          <a:off x="0" y="0"/>
          <a:ext cx="0" cy="0"/>
        </a:xfrm>
      </p:grpSpPr>
      <p:sp>
        <p:nvSpPr>
          <p:cNvPr id="2" name="Title 1">
            <a:extLst>
              <a:ext uri="{FF2B5EF4-FFF2-40B4-BE49-F238E27FC236}">
                <a16:creationId xmlns:a16="http://schemas.microsoft.com/office/drawing/2014/main" id="{40817DBE-3474-4699-9833-5B3782A9FD73}"/>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12AA9DDE-DB05-476B-9F44-88DDD42B58A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7943950-8CEE-4E0B-8FF8-9BED8F86C918}"/>
              </a:ext>
            </a:extLst>
          </p:cNvPr>
          <p:cNvSpPr>
            <a:spLocks noGrp="1"/>
          </p:cNvSpPr>
          <p:nvPr>
            <p:ph type="dt" idx="10"/>
          </p:nvPr>
        </p:nvSpPr>
        <p:spPr/>
        <p:txBody>
          <a:bodyPr/>
          <a:lstStyle>
            <a:lvl1pPr>
              <a:defRPr/>
            </a:lvl1pPr>
          </a:lstStyle>
          <a:p>
            <a:endParaRPr lang="en-US" altLang="en-US"/>
          </a:p>
        </p:txBody>
      </p:sp>
      <p:sp>
        <p:nvSpPr>
          <p:cNvPr id="5" name="Footer Placeholder 4">
            <a:extLst>
              <a:ext uri="{FF2B5EF4-FFF2-40B4-BE49-F238E27FC236}">
                <a16:creationId xmlns:a16="http://schemas.microsoft.com/office/drawing/2014/main" id="{BE27934B-223E-4755-8BD5-17E810AD0F71}"/>
              </a:ext>
            </a:extLst>
          </p:cNvPr>
          <p:cNvSpPr>
            <a:spLocks noGrp="1"/>
          </p:cNvSpPr>
          <p:nvPr>
            <p:ph type="ftr" idx="11"/>
          </p:nvPr>
        </p:nvSpPr>
        <p:spPr/>
        <p:txBody>
          <a:bodyPr/>
          <a:lstStyle>
            <a:lvl1pPr>
              <a:defRPr/>
            </a:lvl1pPr>
          </a:lstStyle>
          <a:p>
            <a:endParaRPr lang="en-US" altLang="en-US"/>
          </a:p>
        </p:txBody>
      </p:sp>
      <p:sp>
        <p:nvSpPr>
          <p:cNvPr id="6" name="Slide Number Placeholder 5">
            <a:extLst>
              <a:ext uri="{FF2B5EF4-FFF2-40B4-BE49-F238E27FC236}">
                <a16:creationId xmlns:a16="http://schemas.microsoft.com/office/drawing/2014/main" id="{9301FF60-66BA-4245-A1FE-D82D537419BF}"/>
              </a:ext>
            </a:extLst>
          </p:cNvPr>
          <p:cNvSpPr>
            <a:spLocks noGrp="1"/>
          </p:cNvSpPr>
          <p:nvPr>
            <p:ph type="sldNum" idx="12"/>
          </p:nvPr>
        </p:nvSpPr>
        <p:spPr/>
        <p:txBody>
          <a:bodyPr/>
          <a:lstStyle>
            <a:lvl1pPr>
              <a:defRPr/>
            </a:lvl1pPr>
          </a:lstStyle>
          <a:p>
            <a:fld id="{00000001-0000-0000-0000-000000000000}" type="slidenum">
              <a:rPr lang="en-US" altLang="en-US"/>
              <a:t>‹#›</a:t>
            </a:fld>
            <a:endParaRPr lang="en-US" altLang="en-US"/>
          </a:p>
        </p:txBody>
      </p:sp>
    </p:spTree>
    <p:extLst>
      <p:ext uri="{BB962C8B-B14F-4D97-AF65-F5344CB8AC3E}">
        <p14:creationId val="3028228762"/>
      </p:ext>
    </p:extLst>
  </p:cSld>
  <p:clrMapOvr>
    <a:masterClrMapping/>
  </p:clrMapOvr>
  <p:transition/>
  <p:timing/>
</p:sldLayout>
</file>

<file path=ppt/slideLayouts/slideLayout3.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secHead" preserve="1">
  <p:cSld name="Section Header">
    <p:spTree>
      <p:nvGrpSpPr>
        <p:cNvPr id="1" name=""/>
        <p:cNvGrpSpPr/>
        <p:nvPr/>
      </p:nvGrpSpPr>
      <p:grpSpPr>
        <a:xfrm>
          <a:off x="0" y="0"/>
          <a:ext cx="0" cy="0"/>
        </a:xfrm>
      </p:grpSpPr>
      <p:sp>
        <p:nvSpPr>
          <p:cNvPr id="2" name="Title 1">
            <a:extLst>
              <a:ext uri="{FF2B5EF4-FFF2-40B4-BE49-F238E27FC236}">
                <a16:creationId xmlns:a16="http://schemas.microsoft.com/office/drawing/2014/main" id="{C41858A9-8DC9-4C24-A2DA-C0792F5C50F6}"/>
              </a:ext>
            </a:extLst>
          </p:cNvPr>
          <p:cNvSpPr>
            <a:spLocks noGrp="1"/>
          </p:cNvSpPr>
          <p:nvPr>
            <p:ph type="title"/>
          </p:nvPr>
        </p:nvSpPr>
        <p:spPr>
          <a:xfrm>
            <a:off x="687388" y="1884363"/>
            <a:ext cx="8694737" cy="31448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9577C11C-CA49-43D7-9823-9CE185795DC0}"/>
              </a:ext>
            </a:extLst>
          </p:cNvPr>
          <p:cNvSpPr>
            <a:spLocks noGrp="1"/>
          </p:cNvSpPr>
          <p:nvPr>
            <p:ph type="body" idx="1"/>
          </p:nvPr>
        </p:nvSpPr>
        <p:spPr>
          <a:xfrm>
            <a:off x="687388" y="5059363"/>
            <a:ext cx="8694737" cy="16525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
        <p:nvSpPr>
          <p:cNvPr id="4" name="Date Placeholder 3">
            <a:extLst>
              <a:ext uri="{FF2B5EF4-FFF2-40B4-BE49-F238E27FC236}">
                <a16:creationId xmlns:a16="http://schemas.microsoft.com/office/drawing/2014/main" id="{490B4702-3743-46C7-8430-B693BF806C65}"/>
              </a:ext>
            </a:extLst>
          </p:cNvPr>
          <p:cNvSpPr>
            <a:spLocks noGrp="1"/>
          </p:cNvSpPr>
          <p:nvPr>
            <p:ph type="dt" idx="10"/>
          </p:nvPr>
        </p:nvSpPr>
        <p:spPr/>
        <p:txBody>
          <a:bodyPr/>
          <a:lstStyle>
            <a:lvl1pPr>
              <a:defRPr/>
            </a:lvl1pPr>
          </a:lstStyle>
          <a:p>
            <a:endParaRPr lang="en-US" altLang="en-US"/>
          </a:p>
        </p:txBody>
      </p:sp>
      <p:sp>
        <p:nvSpPr>
          <p:cNvPr id="5" name="Footer Placeholder 4">
            <a:extLst>
              <a:ext uri="{FF2B5EF4-FFF2-40B4-BE49-F238E27FC236}">
                <a16:creationId xmlns:a16="http://schemas.microsoft.com/office/drawing/2014/main" id="{57E74660-B3F7-497F-819F-99EAB5BB91C6}"/>
              </a:ext>
            </a:extLst>
          </p:cNvPr>
          <p:cNvSpPr>
            <a:spLocks noGrp="1"/>
          </p:cNvSpPr>
          <p:nvPr>
            <p:ph type="ftr" idx="11"/>
          </p:nvPr>
        </p:nvSpPr>
        <p:spPr/>
        <p:txBody>
          <a:bodyPr/>
          <a:lstStyle>
            <a:lvl1pPr>
              <a:defRPr/>
            </a:lvl1pPr>
          </a:lstStyle>
          <a:p>
            <a:endParaRPr lang="en-US" altLang="en-US"/>
          </a:p>
        </p:txBody>
      </p:sp>
      <p:sp>
        <p:nvSpPr>
          <p:cNvPr id="6" name="Slide Number Placeholder 5">
            <a:extLst>
              <a:ext uri="{FF2B5EF4-FFF2-40B4-BE49-F238E27FC236}">
                <a16:creationId xmlns:a16="http://schemas.microsoft.com/office/drawing/2014/main" id="{9532242E-9F3A-4216-853B-C5CE180E9184}"/>
              </a:ext>
            </a:extLst>
          </p:cNvPr>
          <p:cNvSpPr>
            <a:spLocks noGrp="1"/>
          </p:cNvSpPr>
          <p:nvPr>
            <p:ph type="sldNum" idx="12"/>
          </p:nvPr>
        </p:nvSpPr>
        <p:spPr/>
        <p:txBody>
          <a:bodyPr/>
          <a:lstStyle>
            <a:lvl1pPr>
              <a:defRPr/>
            </a:lvl1pPr>
          </a:lstStyle>
          <a:p>
            <a:fld id="{00000001-0000-0000-0000-000000000000}" type="slidenum">
              <a:rPr lang="en-US" altLang="en-US"/>
              <a:t>‹#›</a:t>
            </a:fld>
            <a:endParaRPr lang="en-US" altLang="en-US"/>
          </a:p>
        </p:txBody>
      </p:sp>
    </p:spTree>
    <p:extLst>
      <p:ext uri="{BB962C8B-B14F-4D97-AF65-F5344CB8AC3E}">
        <p14:creationId val="167559683"/>
      </p:ext>
    </p:extLst>
  </p:cSld>
  <p:clrMapOvr>
    <a:masterClrMapping/>
  </p:clrMapOvr>
  <p:transition/>
  <p:timing/>
</p:sldLayout>
</file>

<file path=ppt/slideLayouts/slideLayout4.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twoObj" preserve="1">
  <p:cSld name="Two Content">
    <p:spTree>
      <p:nvGrpSpPr>
        <p:cNvPr id="1" name=""/>
        <p:cNvGrpSpPr/>
        <p:nvPr/>
      </p:nvGrpSpPr>
      <p:grpSpPr>
        <a:xfrm>
          <a:off x="0" y="0"/>
          <a:ext cx="0" cy="0"/>
        </a:xfrm>
      </p:grpSpPr>
      <p:sp>
        <p:nvSpPr>
          <p:cNvPr id="2" name="Title 1">
            <a:extLst>
              <a:ext uri="{FF2B5EF4-FFF2-40B4-BE49-F238E27FC236}">
                <a16:creationId xmlns:a16="http://schemas.microsoft.com/office/drawing/2014/main" id="{796DE496-F36D-4E08-BCDB-84B85ED58470}"/>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5423E53B-FBBD-43D3-8680-83FDDACBFCA5}"/>
              </a:ext>
            </a:extLst>
          </p:cNvPr>
          <p:cNvSpPr>
            <a:spLocks noGrp="1"/>
          </p:cNvSpPr>
          <p:nvPr>
            <p:ph sz="half" idx="1"/>
          </p:nvPr>
        </p:nvSpPr>
        <p:spPr>
          <a:xfrm>
            <a:off x="503238" y="1768475"/>
            <a:ext cx="4457700" cy="43830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8DAB6910-DC47-4B7F-B7A9-0366DB77C2ED}"/>
              </a:ext>
            </a:extLst>
          </p:cNvPr>
          <p:cNvSpPr>
            <a:spLocks noGrp="1"/>
          </p:cNvSpPr>
          <p:nvPr>
            <p:ph sz="half" idx="2"/>
          </p:nvPr>
        </p:nvSpPr>
        <p:spPr>
          <a:xfrm>
            <a:off x="5113338" y="1768475"/>
            <a:ext cx="4459287" cy="43830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3E0AE1F6-A4C0-4CC4-8AB5-31074B7D157F}"/>
              </a:ext>
            </a:extLst>
          </p:cNvPr>
          <p:cNvSpPr>
            <a:spLocks noGrp="1"/>
          </p:cNvSpPr>
          <p:nvPr>
            <p:ph type="dt" idx="10"/>
          </p:nvPr>
        </p:nvSpPr>
        <p:spPr/>
        <p:txBody>
          <a:bodyPr/>
          <a:lstStyle>
            <a:lvl1pPr>
              <a:defRPr/>
            </a:lvl1pPr>
          </a:lstStyle>
          <a:p>
            <a:endParaRPr lang="en-US" altLang="en-US"/>
          </a:p>
        </p:txBody>
      </p:sp>
      <p:sp>
        <p:nvSpPr>
          <p:cNvPr id="6" name="Footer Placeholder 5">
            <a:extLst>
              <a:ext uri="{FF2B5EF4-FFF2-40B4-BE49-F238E27FC236}">
                <a16:creationId xmlns:a16="http://schemas.microsoft.com/office/drawing/2014/main" id="{8C2B9121-7493-4FBE-BA07-3C1A5BA3FE95}"/>
              </a:ext>
            </a:extLst>
          </p:cNvPr>
          <p:cNvSpPr>
            <a:spLocks noGrp="1"/>
          </p:cNvSpPr>
          <p:nvPr>
            <p:ph type="ftr" idx="11"/>
          </p:nvPr>
        </p:nvSpPr>
        <p:spPr/>
        <p:txBody>
          <a:bodyPr/>
          <a:lstStyle>
            <a:lvl1pPr>
              <a:defRPr/>
            </a:lvl1pPr>
          </a:lstStyle>
          <a:p>
            <a:endParaRPr lang="en-US" altLang="en-US"/>
          </a:p>
        </p:txBody>
      </p:sp>
      <p:sp>
        <p:nvSpPr>
          <p:cNvPr id="7" name="Slide Number Placeholder 6">
            <a:extLst>
              <a:ext uri="{FF2B5EF4-FFF2-40B4-BE49-F238E27FC236}">
                <a16:creationId xmlns:a16="http://schemas.microsoft.com/office/drawing/2014/main" id="{9F713A41-1111-490F-9889-724C0B106F29}"/>
              </a:ext>
            </a:extLst>
          </p:cNvPr>
          <p:cNvSpPr>
            <a:spLocks noGrp="1"/>
          </p:cNvSpPr>
          <p:nvPr>
            <p:ph type="sldNum" idx="12"/>
          </p:nvPr>
        </p:nvSpPr>
        <p:spPr/>
        <p:txBody>
          <a:bodyPr/>
          <a:lstStyle>
            <a:lvl1pPr>
              <a:defRPr/>
            </a:lvl1pPr>
          </a:lstStyle>
          <a:p>
            <a:fld id="{00000001-0000-0000-0000-000000000000}" type="slidenum">
              <a:rPr lang="en-US" altLang="en-US"/>
              <a:t>‹#›</a:t>
            </a:fld>
            <a:endParaRPr lang="en-US" altLang="en-US"/>
          </a:p>
        </p:txBody>
      </p:sp>
    </p:spTree>
    <p:extLst>
      <p:ext uri="{BB962C8B-B14F-4D97-AF65-F5344CB8AC3E}">
        <p14:creationId val="1224112961"/>
      </p:ext>
    </p:extLst>
  </p:cSld>
  <p:clrMapOvr>
    <a:masterClrMapping/>
  </p:clrMapOvr>
  <p:transition/>
  <p:timing/>
</p:sldLayout>
</file>

<file path=ppt/slideLayouts/slideLayout5.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twoTxTwoObj" preserve="1">
  <p:cSld name="Comparison">
    <p:spTree>
      <p:nvGrpSpPr>
        <p:cNvPr id="1" name=""/>
        <p:cNvGrpSpPr/>
        <p:nvPr/>
      </p:nvGrpSpPr>
      <p:grpSpPr>
        <a:xfrm>
          <a:off x="0" y="0"/>
          <a:ext cx="0" cy="0"/>
        </a:xfrm>
      </p:grpSpPr>
      <p:sp>
        <p:nvSpPr>
          <p:cNvPr id="2" name="Title 1">
            <a:extLst>
              <a:ext uri="{FF2B5EF4-FFF2-40B4-BE49-F238E27FC236}">
                <a16:creationId xmlns:a16="http://schemas.microsoft.com/office/drawing/2014/main" id="{02DFF6EF-4371-4644-9D5D-472D83437BE9}"/>
              </a:ext>
            </a:extLst>
          </p:cNvPr>
          <p:cNvSpPr>
            <a:spLocks noGrp="1"/>
          </p:cNvSpPr>
          <p:nvPr>
            <p:ph type="title"/>
          </p:nvPr>
        </p:nvSpPr>
        <p:spPr>
          <a:xfrm>
            <a:off x="693738" y="403225"/>
            <a:ext cx="8694737" cy="1460500"/>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2F6D5FF6-E2A4-4D83-8281-35A92A6832E9}"/>
              </a:ext>
            </a:extLst>
          </p:cNvPr>
          <p:cNvSpPr>
            <a:spLocks noGrp="1"/>
          </p:cNvSpPr>
          <p:nvPr>
            <p:ph type="body" idx="1"/>
          </p:nvPr>
        </p:nvSpPr>
        <p:spPr>
          <a:xfrm>
            <a:off x="693738" y="1852613"/>
            <a:ext cx="4265612" cy="9080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392FCBC-F036-41EC-947B-F9A23465C4FD}"/>
              </a:ext>
            </a:extLst>
          </p:cNvPr>
          <p:cNvSpPr>
            <a:spLocks noGrp="1"/>
          </p:cNvSpPr>
          <p:nvPr>
            <p:ph sz="half" idx="2"/>
          </p:nvPr>
        </p:nvSpPr>
        <p:spPr>
          <a:xfrm>
            <a:off x="693738" y="2760663"/>
            <a:ext cx="4265612" cy="4062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F8DB046E-F5DC-4D0A-A44B-D067AEFCBF2C}"/>
              </a:ext>
            </a:extLst>
          </p:cNvPr>
          <p:cNvSpPr>
            <a:spLocks noGrp="1"/>
          </p:cNvSpPr>
          <p:nvPr>
            <p:ph type="body" sz="quarter" idx="3"/>
          </p:nvPr>
        </p:nvSpPr>
        <p:spPr>
          <a:xfrm>
            <a:off x="5103813" y="1852613"/>
            <a:ext cx="4284662" cy="9080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D6A738A-3AD3-4D2A-BBA2-173208B3FC2A}"/>
              </a:ext>
            </a:extLst>
          </p:cNvPr>
          <p:cNvSpPr>
            <a:spLocks noGrp="1"/>
          </p:cNvSpPr>
          <p:nvPr>
            <p:ph sz="quarter" idx="4"/>
          </p:nvPr>
        </p:nvSpPr>
        <p:spPr>
          <a:xfrm>
            <a:off x="5103813" y="2760663"/>
            <a:ext cx="4284662" cy="4062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3427BA22-E8BC-4716-BEAE-7C8BB3F01D70}"/>
              </a:ext>
            </a:extLst>
          </p:cNvPr>
          <p:cNvSpPr>
            <a:spLocks noGrp="1"/>
          </p:cNvSpPr>
          <p:nvPr>
            <p:ph type="dt" idx="10"/>
          </p:nvPr>
        </p:nvSpPr>
        <p:spPr/>
        <p:txBody>
          <a:bodyPr/>
          <a:lstStyle>
            <a:lvl1pPr>
              <a:defRPr/>
            </a:lvl1pPr>
          </a:lstStyle>
          <a:p>
            <a:endParaRPr lang="en-US" altLang="en-US"/>
          </a:p>
        </p:txBody>
      </p:sp>
      <p:sp>
        <p:nvSpPr>
          <p:cNvPr id="8" name="Footer Placeholder 7">
            <a:extLst>
              <a:ext uri="{FF2B5EF4-FFF2-40B4-BE49-F238E27FC236}">
                <a16:creationId xmlns:a16="http://schemas.microsoft.com/office/drawing/2014/main" id="{7214DE51-6E40-41B4-992D-88967BF67B22}"/>
              </a:ext>
            </a:extLst>
          </p:cNvPr>
          <p:cNvSpPr>
            <a:spLocks noGrp="1"/>
          </p:cNvSpPr>
          <p:nvPr>
            <p:ph type="ftr" idx="11"/>
          </p:nvPr>
        </p:nvSpPr>
        <p:spPr/>
        <p:txBody>
          <a:bodyPr/>
          <a:lstStyle>
            <a:lvl1pPr>
              <a:defRPr/>
            </a:lvl1pPr>
          </a:lstStyle>
          <a:p>
            <a:endParaRPr lang="en-US" altLang="en-US"/>
          </a:p>
        </p:txBody>
      </p:sp>
      <p:sp>
        <p:nvSpPr>
          <p:cNvPr id="9" name="Slide Number Placeholder 8">
            <a:extLst>
              <a:ext uri="{FF2B5EF4-FFF2-40B4-BE49-F238E27FC236}">
                <a16:creationId xmlns:a16="http://schemas.microsoft.com/office/drawing/2014/main" id="{C96F5DD1-8094-4A54-86F7-4C26545FCA70}"/>
              </a:ext>
            </a:extLst>
          </p:cNvPr>
          <p:cNvSpPr>
            <a:spLocks noGrp="1"/>
          </p:cNvSpPr>
          <p:nvPr>
            <p:ph type="sldNum" idx="12"/>
          </p:nvPr>
        </p:nvSpPr>
        <p:spPr/>
        <p:txBody>
          <a:bodyPr/>
          <a:lstStyle>
            <a:lvl1pPr>
              <a:defRPr/>
            </a:lvl1pPr>
          </a:lstStyle>
          <a:p>
            <a:fld id="{00000001-0000-0000-0000-000000000000}" type="slidenum">
              <a:rPr lang="en-US" altLang="en-US"/>
              <a:t>‹#›</a:t>
            </a:fld>
            <a:endParaRPr lang="en-US" altLang="en-US"/>
          </a:p>
        </p:txBody>
      </p:sp>
    </p:spTree>
    <p:extLst>
      <p:ext uri="{BB962C8B-B14F-4D97-AF65-F5344CB8AC3E}">
        <p14:creationId val="1641053978"/>
      </p:ext>
    </p:extLst>
  </p:cSld>
  <p:clrMapOvr>
    <a:masterClrMapping/>
  </p:clrMapOvr>
  <p:transition/>
  <p:timing/>
</p:sldLayout>
</file>

<file path=ppt/slideLayouts/slideLayout6.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titleOnly" preserve="1">
  <p:cSld name="Title Only">
    <p:spTree>
      <p:nvGrpSpPr>
        <p:cNvPr id="1" name=""/>
        <p:cNvGrpSpPr/>
        <p:nvPr/>
      </p:nvGrpSpPr>
      <p:grpSpPr>
        <a:xfrm>
          <a:off x="0" y="0"/>
          <a:ext cx="0" cy="0"/>
        </a:xfrm>
      </p:grpSpPr>
      <p:sp>
        <p:nvSpPr>
          <p:cNvPr id="2" name="Title 1">
            <a:extLst>
              <a:ext uri="{FF2B5EF4-FFF2-40B4-BE49-F238E27FC236}">
                <a16:creationId xmlns:a16="http://schemas.microsoft.com/office/drawing/2014/main" id="{F4964906-5299-41B5-8535-275029AEFE2C}"/>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AA285F5F-1DDD-4714-876C-CDCBA1E8A9C7}"/>
              </a:ext>
            </a:extLst>
          </p:cNvPr>
          <p:cNvSpPr>
            <a:spLocks noGrp="1"/>
          </p:cNvSpPr>
          <p:nvPr>
            <p:ph type="dt" idx="10"/>
          </p:nvPr>
        </p:nvSpPr>
        <p:spPr/>
        <p:txBody>
          <a:bodyPr/>
          <a:lstStyle>
            <a:lvl1pPr>
              <a:defRPr/>
            </a:lvl1pPr>
          </a:lstStyle>
          <a:p>
            <a:endParaRPr lang="en-US" altLang="en-US"/>
          </a:p>
        </p:txBody>
      </p:sp>
      <p:sp>
        <p:nvSpPr>
          <p:cNvPr id="4" name="Footer Placeholder 3">
            <a:extLst>
              <a:ext uri="{FF2B5EF4-FFF2-40B4-BE49-F238E27FC236}">
                <a16:creationId xmlns:a16="http://schemas.microsoft.com/office/drawing/2014/main" id="{5EF4F892-BB65-4479-AE6F-1AA3E6D18782}"/>
              </a:ext>
            </a:extLst>
          </p:cNvPr>
          <p:cNvSpPr>
            <a:spLocks noGrp="1"/>
          </p:cNvSpPr>
          <p:nvPr>
            <p:ph type="ftr" idx="11"/>
          </p:nvPr>
        </p:nvSpPr>
        <p:spPr/>
        <p:txBody>
          <a:bodyPr/>
          <a:lstStyle>
            <a:lvl1pPr>
              <a:defRPr/>
            </a:lvl1pPr>
          </a:lstStyle>
          <a:p>
            <a:endParaRPr lang="en-US" altLang="en-US"/>
          </a:p>
        </p:txBody>
      </p:sp>
      <p:sp>
        <p:nvSpPr>
          <p:cNvPr id="5" name="Slide Number Placeholder 4">
            <a:extLst>
              <a:ext uri="{FF2B5EF4-FFF2-40B4-BE49-F238E27FC236}">
                <a16:creationId xmlns:a16="http://schemas.microsoft.com/office/drawing/2014/main" id="{C0C5DE32-542D-46D1-B8D0-3A2723D747E2}"/>
              </a:ext>
            </a:extLst>
          </p:cNvPr>
          <p:cNvSpPr>
            <a:spLocks noGrp="1"/>
          </p:cNvSpPr>
          <p:nvPr>
            <p:ph type="sldNum" idx="12"/>
          </p:nvPr>
        </p:nvSpPr>
        <p:spPr/>
        <p:txBody>
          <a:bodyPr/>
          <a:lstStyle>
            <a:lvl1pPr>
              <a:defRPr/>
            </a:lvl1pPr>
          </a:lstStyle>
          <a:p>
            <a:fld id="{00000001-0000-0000-0000-000000000000}" type="slidenum">
              <a:rPr lang="en-US" altLang="en-US"/>
              <a:t>‹#›</a:t>
            </a:fld>
            <a:endParaRPr lang="en-US" altLang="en-US"/>
          </a:p>
        </p:txBody>
      </p:sp>
    </p:spTree>
    <p:extLst>
      <p:ext uri="{BB962C8B-B14F-4D97-AF65-F5344CB8AC3E}">
        <p14:creationId val="1521662393"/>
      </p:ext>
    </p:extLst>
  </p:cSld>
  <p:clrMapOvr>
    <a:masterClrMapping/>
  </p:clrMapOvr>
  <p:transition/>
  <p:timing/>
</p:sldLayout>
</file>

<file path=ppt/slideLayouts/slideLayout7.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blank" preserve="1">
  <p:cSld name="Blank">
    <p:spTree>
      <p:nvGrpSpPr>
        <p:cNvPr id="1" name=""/>
        <p:cNvGrpSpPr/>
        <p:nvPr/>
      </p:nvGrpSpPr>
      <p:grpSpPr>
        <a:xfrm>
          <a:off x="0" y="0"/>
          <a:ext cx="0" cy="0"/>
        </a:xfrm>
      </p:grpSpPr>
      <p:sp>
        <p:nvSpPr>
          <p:cNvPr id="2" name="Date Placeholder 1">
            <a:extLst>
              <a:ext uri="{FF2B5EF4-FFF2-40B4-BE49-F238E27FC236}">
                <a16:creationId xmlns:a16="http://schemas.microsoft.com/office/drawing/2014/main" id="{4CB95D0D-47D0-4D43-8D3C-4346B7AD5CFC}"/>
              </a:ext>
            </a:extLst>
          </p:cNvPr>
          <p:cNvSpPr>
            <a:spLocks noGrp="1"/>
          </p:cNvSpPr>
          <p:nvPr>
            <p:ph type="dt" idx="10"/>
          </p:nvPr>
        </p:nvSpPr>
        <p:spPr/>
        <p:txBody>
          <a:bodyPr/>
          <a:lstStyle>
            <a:lvl1pPr>
              <a:defRPr/>
            </a:lvl1pPr>
          </a:lstStyle>
          <a:p>
            <a:endParaRPr lang="en-US" altLang="en-US"/>
          </a:p>
        </p:txBody>
      </p:sp>
      <p:sp>
        <p:nvSpPr>
          <p:cNvPr id="3" name="Footer Placeholder 2">
            <a:extLst>
              <a:ext uri="{FF2B5EF4-FFF2-40B4-BE49-F238E27FC236}">
                <a16:creationId xmlns:a16="http://schemas.microsoft.com/office/drawing/2014/main" id="{F2FC5101-D229-49DF-A1E2-D32C69FF78D1}"/>
              </a:ext>
            </a:extLst>
          </p:cNvPr>
          <p:cNvSpPr>
            <a:spLocks noGrp="1"/>
          </p:cNvSpPr>
          <p:nvPr>
            <p:ph type="ftr" idx="11"/>
          </p:nvPr>
        </p:nvSpPr>
        <p:spPr/>
        <p:txBody>
          <a:bodyPr/>
          <a:lstStyle>
            <a:lvl1pPr>
              <a:defRPr/>
            </a:lvl1pPr>
          </a:lstStyle>
          <a:p>
            <a:endParaRPr lang="en-US" altLang="en-US"/>
          </a:p>
        </p:txBody>
      </p:sp>
      <p:sp>
        <p:nvSpPr>
          <p:cNvPr id="4" name="Slide Number Placeholder 3">
            <a:extLst>
              <a:ext uri="{FF2B5EF4-FFF2-40B4-BE49-F238E27FC236}">
                <a16:creationId xmlns:a16="http://schemas.microsoft.com/office/drawing/2014/main" id="{A533B792-C0EB-4C84-A770-B762056D00D1}"/>
              </a:ext>
            </a:extLst>
          </p:cNvPr>
          <p:cNvSpPr>
            <a:spLocks noGrp="1"/>
          </p:cNvSpPr>
          <p:nvPr>
            <p:ph type="sldNum" idx="12"/>
          </p:nvPr>
        </p:nvSpPr>
        <p:spPr/>
        <p:txBody>
          <a:bodyPr/>
          <a:lstStyle>
            <a:lvl1pPr>
              <a:defRPr/>
            </a:lvl1pPr>
          </a:lstStyle>
          <a:p>
            <a:fld id="{00000001-0000-0000-0000-000000000000}" type="slidenum">
              <a:rPr lang="en-US" altLang="en-US"/>
              <a:t>‹#›</a:t>
            </a:fld>
            <a:endParaRPr lang="en-US" altLang="en-US"/>
          </a:p>
        </p:txBody>
      </p:sp>
    </p:spTree>
    <p:extLst>
      <p:ext uri="{BB962C8B-B14F-4D97-AF65-F5344CB8AC3E}">
        <p14:creationId val="3313665148"/>
      </p:ext>
    </p:extLst>
  </p:cSld>
  <p:clrMapOvr>
    <a:masterClrMapping/>
  </p:clrMapOvr>
  <p:transition/>
  <p:timing/>
</p:sldLayout>
</file>

<file path=ppt/slideLayouts/slideLayout8.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objTx" preserve="1">
  <p:cSld name="Content with Caption">
    <p:spTree>
      <p:nvGrpSpPr>
        <p:cNvPr id="1" name=""/>
        <p:cNvGrpSpPr/>
        <p:nvPr/>
      </p:nvGrpSpPr>
      <p:grpSpPr>
        <a:xfrm>
          <a:off x="0" y="0"/>
          <a:ext cx="0" cy="0"/>
        </a:xfrm>
      </p:grpSpPr>
      <p:sp>
        <p:nvSpPr>
          <p:cNvPr id="2" name="Title 1">
            <a:extLst>
              <a:ext uri="{FF2B5EF4-FFF2-40B4-BE49-F238E27FC236}">
                <a16:creationId xmlns:a16="http://schemas.microsoft.com/office/drawing/2014/main" id="{71A8F921-A0E3-4C3F-A643-6C520EB2F383}"/>
              </a:ext>
            </a:extLst>
          </p:cNvPr>
          <p:cNvSpPr>
            <a:spLocks noGrp="1"/>
          </p:cNvSpPr>
          <p:nvPr>
            <p:ph type="title"/>
          </p:nvPr>
        </p:nvSpPr>
        <p:spPr>
          <a:xfrm>
            <a:off x="693738" y="503238"/>
            <a:ext cx="3251200" cy="17653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29C3E16E-4204-4D3D-A484-181EFB7D2D60}"/>
              </a:ext>
            </a:extLst>
          </p:cNvPr>
          <p:cNvSpPr>
            <a:spLocks noGrp="1"/>
          </p:cNvSpPr>
          <p:nvPr>
            <p:ph idx="1"/>
          </p:nvPr>
        </p:nvSpPr>
        <p:spPr>
          <a:xfrm>
            <a:off x="4286250" y="1089025"/>
            <a:ext cx="5102225" cy="537210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078D6C29-1490-4FB9-9352-98F52C73148E}"/>
              </a:ext>
            </a:extLst>
          </p:cNvPr>
          <p:cNvSpPr>
            <a:spLocks noGrp="1"/>
          </p:cNvSpPr>
          <p:nvPr>
            <p:ph type="body" sz="half" idx="2"/>
          </p:nvPr>
        </p:nvSpPr>
        <p:spPr>
          <a:xfrm>
            <a:off x="693738" y="2268538"/>
            <a:ext cx="3251200" cy="42005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F62023B-29BC-4382-8AF3-02378762B7BC}"/>
              </a:ext>
            </a:extLst>
          </p:cNvPr>
          <p:cNvSpPr>
            <a:spLocks noGrp="1"/>
          </p:cNvSpPr>
          <p:nvPr>
            <p:ph type="dt" idx="10"/>
          </p:nvPr>
        </p:nvSpPr>
        <p:spPr/>
        <p:txBody>
          <a:bodyPr/>
          <a:lstStyle>
            <a:lvl1pPr>
              <a:defRPr/>
            </a:lvl1pPr>
          </a:lstStyle>
          <a:p>
            <a:endParaRPr lang="en-US" altLang="en-US"/>
          </a:p>
        </p:txBody>
      </p:sp>
      <p:sp>
        <p:nvSpPr>
          <p:cNvPr id="6" name="Footer Placeholder 5">
            <a:extLst>
              <a:ext uri="{FF2B5EF4-FFF2-40B4-BE49-F238E27FC236}">
                <a16:creationId xmlns:a16="http://schemas.microsoft.com/office/drawing/2014/main" id="{813314D2-8E74-4E48-BF8A-505BAC2D4014}"/>
              </a:ext>
            </a:extLst>
          </p:cNvPr>
          <p:cNvSpPr>
            <a:spLocks noGrp="1"/>
          </p:cNvSpPr>
          <p:nvPr>
            <p:ph type="ftr" idx="11"/>
          </p:nvPr>
        </p:nvSpPr>
        <p:spPr/>
        <p:txBody>
          <a:bodyPr/>
          <a:lstStyle>
            <a:lvl1pPr>
              <a:defRPr/>
            </a:lvl1pPr>
          </a:lstStyle>
          <a:p>
            <a:endParaRPr lang="en-US" altLang="en-US"/>
          </a:p>
        </p:txBody>
      </p:sp>
      <p:sp>
        <p:nvSpPr>
          <p:cNvPr id="7" name="Slide Number Placeholder 6">
            <a:extLst>
              <a:ext uri="{FF2B5EF4-FFF2-40B4-BE49-F238E27FC236}">
                <a16:creationId xmlns:a16="http://schemas.microsoft.com/office/drawing/2014/main" id="{8AB02EA4-714B-43F1-BD85-09FC1F3E1530}"/>
              </a:ext>
            </a:extLst>
          </p:cNvPr>
          <p:cNvSpPr>
            <a:spLocks noGrp="1"/>
          </p:cNvSpPr>
          <p:nvPr>
            <p:ph type="sldNum" idx="12"/>
          </p:nvPr>
        </p:nvSpPr>
        <p:spPr/>
        <p:txBody>
          <a:bodyPr/>
          <a:lstStyle>
            <a:lvl1pPr>
              <a:defRPr/>
            </a:lvl1pPr>
          </a:lstStyle>
          <a:p>
            <a:fld id="{00000001-0000-0000-0000-000000000000}" type="slidenum">
              <a:rPr lang="en-US" altLang="en-US"/>
              <a:t>‹#›</a:t>
            </a:fld>
            <a:endParaRPr lang="en-US" altLang="en-US"/>
          </a:p>
        </p:txBody>
      </p:sp>
    </p:spTree>
    <p:extLst>
      <p:ext uri="{BB962C8B-B14F-4D97-AF65-F5344CB8AC3E}">
        <p14:creationId val="3613525192"/>
      </p:ext>
    </p:extLst>
  </p:cSld>
  <p:clrMapOvr>
    <a:masterClrMapping/>
  </p:clrMapOvr>
  <p:transition/>
  <p:timing/>
</p:sldLayout>
</file>

<file path=ppt/slideLayouts/slideLayout9.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picTx" preserve="1">
  <p:cSld name="Picture with Caption">
    <p:spTree>
      <p:nvGrpSpPr>
        <p:cNvPr id="1" name=""/>
        <p:cNvGrpSpPr/>
        <p:nvPr/>
      </p:nvGrpSpPr>
      <p:grpSpPr>
        <a:xfrm>
          <a:off x="0" y="0"/>
          <a:ext cx="0" cy="0"/>
        </a:xfrm>
      </p:grpSpPr>
      <p:sp>
        <p:nvSpPr>
          <p:cNvPr id="2" name="Title 1">
            <a:extLst>
              <a:ext uri="{FF2B5EF4-FFF2-40B4-BE49-F238E27FC236}">
                <a16:creationId xmlns:a16="http://schemas.microsoft.com/office/drawing/2014/main" id="{5550F39C-47FD-4F30-ADBF-A49E73F33E93}"/>
              </a:ext>
            </a:extLst>
          </p:cNvPr>
          <p:cNvSpPr>
            <a:spLocks noGrp="1"/>
          </p:cNvSpPr>
          <p:nvPr>
            <p:ph type="title"/>
          </p:nvPr>
        </p:nvSpPr>
        <p:spPr>
          <a:xfrm>
            <a:off x="693738" y="503238"/>
            <a:ext cx="3251200" cy="17653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510B6439-0867-4B7A-850B-731C903970BB}"/>
              </a:ext>
            </a:extLst>
          </p:cNvPr>
          <p:cNvSpPr>
            <a:spLocks noGrp="1"/>
          </p:cNvSpPr>
          <p:nvPr>
            <p:ph type="pic" idx="1"/>
          </p:nvPr>
        </p:nvSpPr>
        <p:spPr>
          <a:xfrm>
            <a:off x="4286250" y="1089025"/>
            <a:ext cx="5102225" cy="5372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29BB9A6D-719A-435D-8B53-389E862914BB}"/>
              </a:ext>
            </a:extLst>
          </p:cNvPr>
          <p:cNvSpPr>
            <a:spLocks noGrp="1"/>
          </p:cNvSpPr>
          <p:nvPr>
            <p:ph type="body" sz="half" idx="2"/>
          </p:nvPr>
        </p:nvSpPr>
        <p:spPr>
          <a:xfrm>
            <a:off x="693738" y="2268538"/>
            <a:ext cx="3251200" cy="42005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7FD8C5-9FF2-42FA-B395-5C547AF160D0}"/>
              </a:ext>
            </a:extLst>
          </p:cNvPr>
          <p:cNvSpPr>
            <a:spLocks noGrp="1"/>
          </p:cNvSpPr>
          <p:nvPr>
            <p:ph type="dt" idx="10"/>
          </p:nvPr>
        </p:nvSpPr>
        <p:spPr/>
        <p:txBody>
          <a:bodyPr/>
          <a:lstStyle>
            <a:lvl1pPr>
              <a:defRPr/>
            </a:lvl1pPr>
          </a:lstStyle>
          <a:p>
            <a:endParaRPr lang="en-US" altLang="en-US"/>
          </a:p>
        </p:txBody>
      </p:sp>
      <p:sp>
        <p:nvSpPr>
          <p:cNvPr id="6" name="Footer Placeholder 5">
            <a:extLst>
              <a:ext uri="{FF2B5EF4-FFF2-40B4-BE49-F238E27FC236}">
                <a16:creationId xmlns:a16="http://schemas.microsoft.com/office/drawing/2014/main" id="{EE572599-3D07-4DD9-B5B0-717CF5EC5FFD}"/>
              </a:ext>
            </a:extLst>
          </p:cNvPr>
          <p:cNvSpPr>
            <a:spLocks noGrp="1"/>
          </p:cNvSpPr>
          <p:nvPr>
            <p:ph type="ftr" idx="11"/>
          </p:nvPr>
        </p:nvSpPr>
        <p:spPr/>
        <p:txBody>
          <a:bodyPr/>
          <a:lstStyle>
            <a:lvl1pPr>
              <a:defRPr/>
            </a:lvl1pPr>
          </a:lstStyle>
          <a:p>
            <a:endParaRPr lang="en-US" altLang="en-US"/>
          </a:p>
        </p:txBody>
      </p:sp>
      <p:sp>
        <p:nvSpPr>
          <p:cNvPr id="7" name="Slide Number Placeholder 6">
            <a:extLst>
              <a:ext uri="{FF2B5EF4-FFF2-40B4-BE49-F238E27FC236}">
                <a16:creationId xmlns:a16="http://schemas.microsoft.com/office/drawing/2014/main" id="{791935B0-3D80-4BB8-A5C9-07AC2D31279A}"/>
              </a:ext>
            </a:extLst>
          </p:cNvPr>
          <p:cNvSpPr>
            <a:spLocks noGrp="1"/>
          </p:cNvSpPr>
          <p:nvPr>
            <p:ph type="sldNum" idx="12"/>
          </p:nvPr>
        </p:nvSpPr>
        <p:spPr/>
        <p:txBody>
          <a:bodyPr/>
          <a:lstStyle>
            <a:lvl1pPr>
              <a:defRPr/>
            </a:lvl1pPr>
          </a:lstStyle>
          <a:p>
            <a:fld id="{00000001-0000-0000-0000-000000000000}" type="slidenum">
              <a:rPr lang="en-US" altLang="en-US"/>
              <a:t>‹#›</a:t>
            </a:fld>
            <a:endParaRPr lang="en-US" altLang="en-US"/>
          </a:p>
        </p:txBody>
      </p:sp>
    </p:spTree>
    <p:extLst>
      <p:ext uri="{BB962C8B-B14F-4D97-AF65-F5344CB8AC3E}">
        <p14:creationId val="3309179033"/>
      </p:ext>
    </p:extLst>
  </p:cSld>
  <p:clrMapOvr>
    <a:masterClrMapping/>
  </p:clrMapOvr>
  <p:transition/>
  <p:timing/>
</p:sldLayout>
</file>

<file path=ppt/slideLayouts/slideLayout10.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vertTx" preserve="1">
  <p:cSld name="Title and Vertical Text">
    <p:spTree>
      <p:nvGrpSpPr>
        <p:cNvPr id="1" name=""/>
        <p:cNvGrpSpPr/>
        <p:nvPr/>
      </p:nvGrpSpPr>
      <p:grpSpPr>
        <a:xfrm>
          <a:off x="0" y="0"/>
          <a:ext cx="0" cy="0"/>
        </a:xfrm>
      </p:grpSpPr>
      <p:sp>
        <p:nvSpPr>
          <p:cNvPr id="2" name="Title 1">
            <a:extLst>
              <a:ext uri="{FF2B5EF4-FFF2-40B4-BE49-F238E27FC236}">
                <a16:creationId xmlns:a16="http://schemas.microsoft.com/office/drawing/2014/main" id="{3C4600E9-23F7-4197-B7B3-927A074491B7}"/>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C875FCB6-F555-40C8-923B-8BE8CF12834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D2641D13-1D94-4426-BC75-E0AF2B42922B}"/>
              </a:ext>
            </a:extLst>
          </p:cNvPr>
          <p:cNvSpPr>
            <a:spLocks noGrp="1"/>
          </p:cNvSpPr>
          <p:nvPr>
            <p:ph type="dt" idx="10"/>
          </p:nvPr>
        </p:nvSpPr>
        <p:spPr/>
        <p:txBody>
          <a:bodyPr/>
          <a:lstStyle>
            <a:lvl1pPr>
              <a:defRPr/>
            </a:lvl1pPr>
          </a:lstStyle>
          <a:p>
            <a:endParaRPr lang="en-US" altLang="en-US"/>
          </a:p>
        </p:txBody>
      </p:sp>
      <p:sp>
        <p:nvSpPr>
          <p:cNvPr id="5" name="Footer Placeholder 4">
            <a:extLst>
              <a:ext uri="{FF2B5EF4-FFF2-40B4-BE49-F238E27FC236}">
                <a16:creationId xmlns:a16="http://schemas.microsoft.com/office/drawing/2014/main" id="{CE1C736F-F608-4FC2-9B2D-C17C33A12F54}"/>
              </a:ext>
            </a:extLst>
          </p:cNvPr>
          <p:cNvSpPr>
            <a:spLocks noGrp="1"/>
          </p:cNvSpPr>
          <p:nvPr>
            <p:ph type="ftr" idx="11"/>
          </p:nvPr>
        </p:nvSpPr>
        <p:spPr/>
        <p:txBody>
          <a:bodyPr/>
          <a:lstStyle>
            <a:lvl1pPr>
              <a:defRPr/>
            </a:lvl1pPr>
          </a:lstStyle>
          <a:p>
            <a:endParaRPr lang="en-US" altLang="en-US"/>
          </a:p>
        </p:txBody>
      </p:sp>
      <p:sp>
        <p:nvSpPr>
          <p:cNvPr id="6" name="Slide Number Placeholder 5">
            <a:extLst>
              <a:ext uri="{FF2B5EF4-FFF2-40B4-BE49-F238E27FC236}">
                <a16:creationId xmlns:a16="http://schemas.microsoft.com/office/drawing/2014/main" id="{088E72A6-2FED-47D8-9267-26C220BB1B08}"/>
              </a:ext>
            </a:extLst>
          </p:cNvPr>
          <p:cNvSpPr>
            <a:spLocks noGrp="1"/>
          </p:cNvSpPr>
          <p:nvPr>
            <p:ph type="sldNum" idx="12"/>
          </p:nvPr>
        </p:nvSpPr>
        <p:spPr/>
        <p:txBody>
          <a:bodyPr/>
          <a:lstStyle>
            <a:lvl1pPr>
              <a:defRPr/>
            </a:lvl1pPr>
          </a:lstStyle>
          <a:p>
            <a:fld id="{00000001-0000-0000-0000-000000000000}" type="slidenum">
              <a:rPr lang="en-US" altLang="en-US"/>
              <a:t>‹#›</a:t>
            </a:fld>
            <a:endParaRPr lang="en-US" altLang="en-US"/>
          </a:p>
        </p:txBody>
      </p:sp>
    </p:spTree>
    <p:extLst>
      <p:ext uri="{BB962C8B-B14F-4D97-AF65-F5344CB8AC3E}">
        <p14:creationId val="2980232507"/>
      </p:ext>
    </p:extLst>
  </p:cSld>
  <p:clrMapOvr>
    <a:masterClrMapping/>
  </p:clrMapOvr>
  <p:transition/>
  <p:timing/>
</p:sldLayout>
</file>

<file path=ppt/slideLayouts/slideLayout11.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vertTitleAndTx" preserve="1">
  <p:cSld name="Vertical Title and Text">
    <p:spTree>
      <p:nvGrpSpPr>
        <p:cNvPr id="1" name=""/>
        <p:cNvGrpSpPr/>
        <p:nvPr/>
      </p:nvGrpSpPr>
      <p:grpSpPr>
        <a:xfrm>
          <a:off x="0" y="0"/>
          <a:ext cx="0" cy="0"/>
        </a:xfrm>
      </p:grpSpPr>
      <p:sp>
        <p:nvSpPr>
          <p:cNvPr id="2" name="Vertical Title 1">
            <a:extLst>
              <a:ext uri="{FF2B5EF4-FFF2-40B4-BE49-F238E27FC236}">
                <a16:creationId xmlns:a16="http://schemas.microsoft.com/office/drawing/2014/main" id="{42315883-D192-49C9-B22E-39E63A263CF4}"/>
              </a:ext>
            </a:extLst>
          </p:cNvPr>
          <p:cNvSpPr>
            <a:spLocks noGrp="1"/>
          </p:cNvSpPr>
          <p:nvPr>
            <p:ph type="title" orient="vert"/>
          </p:nvPr>
        </p:nvSpPr>
        <p:spPr>
          <a:xfrm>
            <a:off x="7305675" y="301625"/>
            <a:ext cx="2266950" cy="58499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9434832D-37C5-4BAC-BECB-BC5A6EA9E1E4}"/>
              </a:ext>
            </a:extLst>
          </p:cNvPr>
          <p:cNvSpPr>
            <a:spLocks noGrp="1"/>
          </p:cNvSpPr>
          <p:nvPr>
            <p:ph type="body" orient="vert" idx="1"/>
          </p:nvPr>
        </p:nvSpPr>
        <p:spPr>
          <a:xfrm>
            <a:off x="503238" y="301625"/>
            <a:ext cx="6650037" cy="58499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D44CD908-1329-4A37-BCB2-60A28ED8254F}"/>
              </a:ext>
            </a:extLst>
          </p:cNvPr>
          <p:cNvSpPr>
            <a:spLocks noGrp="1"/>
          </p:cNvSpPr>
          <p:nvPr>
            <p:ph type="dt" idx="10"/>
          </p:nvPr>
        </p:nvSpPr>
        <p:spPr/>
        <p:txBody>
          <a:bodyPr/>
          <a:lstStyle>
            <a:lvl1pPr>
              <a:defRPr/>
            </a:lvl1pPr>
          </a:lstStyle>
          <a:p>
            <a:endParaRPr lang="en-US" altLang="en-US"/>
          </a:p>
        </p:txBody>
      </p:sp>
      <p:sp>
        <p:nvSpPr>
          <p:cNvPr id="5" name="Footer Placeholder 4">
            <a:extLst>
              <a:ext uri="{FF2B5EF4-FFF2-40B4-BE49-F238E27FC236}">
                <a16:creationId xmlns:a16="http://schemas.microsoft.com/office/drawing/2014/main" id="{5B085704-40D8-4473-A083-51A9A4D77C88}"/>
              </a:ext>
            </a:extLst>
          </p:cNvPr>
          <p:cNvSpPr>
            <a:spLocks noGrp="1"/>
          </p:cNvSpPr>
          <p:nvPr>
            <p:ph type="ftr" idx="11"/>
          </p:nvPr>
        </p:nvSpPr>
        <p:spPr/>
        <p:txBody>
          <a:bodyPr/>
          <a:lstStyle>
            <a:lvl1pPr>
              <a:defRPr/>
            </a:lvl1pPr>
          </a:lstStyle>
          <a:p>
            <a:endParaRPr lang="en-US" altLang="en-US"/>
          </a:p>
        </p:txBody>
      </p:sp>
      <p:sp>
        <p:nvSpPr>
          <p:cNvPr id="6" name="Slide Number Placeholder 5">
            <a:extLst>
              <a:ext uri="{FF2B5EF4-FFF2-40B4-BE49-F238E27FC236}">
                <a16:creationId xmlns:a16="http://schemas.microsoft.com/office/drawing/2014/main" id="{5F9F3937-9774-4D04-93A2-1BB84ADAF204}"/>
              </a:ext>
            </a:extLst>
          </p:cNvPr>
          <p:cNvSpPr>
            <a:spLocks noGrp="1"/>
          </p:cNvSpPr>
          <p:nvPr>
            <p:ph type="sldNum" idx="12"/>
          </p:nvPr>
        </p:nvSpPr>
        <p:spPr/>
        <p:txBody>
          <a:bodyPr/>
          <a:lstStyle>
            <a:lvl1pPr>
              <a:defRPr/>
            </a:lvl1pPr>
          </a:lstStyle>
          <a:p>
            <a:fld id="{00000001-0000-0000-0000-000000000000}" type="slidenum">
              <a:rPr lang="en-US" altLang="en-US"/>
              <a:t>‹#›</a:t>
            </a:fld>
            <a:endParaRPr lang="en-US" altLang="en-US"/>
          </a:p>
        </p:txBody>
      </p:sp>
    </p:spTree>
    <p:extLst>
      <p:ext uri="{BB962C8B-B14F-4D97-AF65-F5344CB8AC3E}">
        <p14:creationId val="3011426473"/>
      </p:ext>
    </p:extLst>
  </p:cSld>
  <p:clrMapOvr>
    <a:masterClrMapping/>
  </p:clrMapOvr>
  <p:transition/>
  <p:timing/>
</p:sldLayout>
</file>

<file path=ppt/slideLayouts/slideLayout12.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title" preserve="1">
  <p:cSld name="Title Slide">
    <p:spTree>
      <p:nvGrpSpPr>
        <p:cNvPr id="1" name=""/>
        <p:cNvGrpSpPr/>
        <p:nvPr/>
      </p:nvGrpSpPr>
      <p:grpSpPr>
        <a:xfrm>
          <a:off x="0" y="0"/>
          <a:ext cx="0" cy="0"/>
        </a:xfrm>
      </p:grpSpPr>
      <p:sp>
        <p:nvSpPr>
          <p:cNvPr id="2" name="Title 1">
            <a:extLst>
              <a:ext uri="{FF2B5EF4-FFF2-40B4-BE49-F238E27FC236}">
                <a16:creationId xmlns:a16="http://schemas.microsoft.com/office/drawing/2014/main" id="{51A3F200-15B6-488B-A414-13616F4A48FE}"/>
              </a:ext>
            </a:extLst>
          </p:cNvPr>
          <p:cNvSpPr>
            <a:spLocks noGrp="1"/>
          </p:cNvSpPr>
          <p:nvPr>
            <p:ph type="ctrTitle"/>
          </p:nvPr>
        </p:nvSpPr>
        <p:spPr>
          <a:xfrm>
            <a:off x="1260475" y="1236663"/>
            <a:ext cx="7559675" cy="2632075"/>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BF83A3AB-B090-4850-98C4-85ED58BA9C84}"/>
              </a:ext>
            </a:extLst>
          </p:cNvPr>
          <p:cNvSpPr>
            <a:spLocks noGrp="1"/>
          </p:cNvSpPr>
          <p:nvPr>
            <p:ph type="subTitle" idx="1"/>
          </p:nvPr>
        </p:nvSpPr>
        <p:spPr>
          <a:xfrm>
            <a:off x="1260475" y="3970338"/>
            <a:ext cx="7559675" cy="1825625"/>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701E27D4-BE5E-48E6-983D-710827D4E0D4}"/>
              </a:ext>
            </a:extLst>
          </p:cNvPr>
          <p:cNvSpPr>
            <a:spLocks noGrp="1"/>
          </p:cNvSpPr>
          <p:nvPr>
            <p:ph type="dt" idx="10"/>
          </p:nvPr>
        </p:nvSpPr>
        <p:spPr/>
        <p:txBody>
          <a:bodyPr/>
          <a:lstStyle>
            <a:lvl1pPr>
              <a:defRPr/>
            </a:lvl1pPr>
          </a:lstStyle>
          <a:p>
            <a:endParaRPr lang="en-US" altLang="en-US"/>
          </a:p>
        </p:txBody>
      </p:sp>
      <p:sp>
        <p:nvSpPr>
          <p:cNvPr id="5" name="Footer Placeholder 4">
            <a:extLst>
              <a:ext uri="{FF2B5EF4-FFF2-40B4-BE49-F238E27FC236}">
                <a16:creationId xmlns:a16="http://schemas.microsoft.com/office/drawing/2014/main" id="{A668777E-34CF-428E-9ADD-8327C6F1CA92}"/>
              </a:ext>
            </a:extLst>
          </p:cNvPr>
          <p:cNvSpPr>
            <a:spLocks noGrp="1"/>
          </p:cNvSpPr>
          <p:nvPr>
            <p:ph type="ftr" idx="11"/>
          </p:nvPr>
        </p:nvSpPr>
        <p:spPr/>
        <p:txBody>
          <a:bodyPr/>
          <a:lstStyle>
            <a:lvl1pPr>
              <a:defRPr/>
            </a:lvl1pPr>
          </a:lstStyle>
          <a:p>
            <a:endParaRPr lang="en-US" altLang="en-US"/>
          </a:p>
        </p:txBody>
      </p:sp>
      <p:sp>
        <p:nvSpPr>
          <p:cNvPr id="6" name="Slide Number Placeholder 5">
            <a:extLst>
              <a:ext uri="{FF2B5EF4-FFF2-40B4-BE49-F238E27FC236}">
                <a16:creationId xmlns:a16="http://schemas.microsoft.com/office/drawing/2014/main" id="{9C313C18-0682-402D-9C98-98AE7435527B}"/>
              </a:ext>
            </a:extLst>
          </p:cNvPr>
          <p:cNvSpPr>
            <a:spLocks noGrp="1"/>
          </p:cNvSpPr>
          <p:nvPr>
            <p:ph type="sldNum" idx="12"/>
          </p:nvPr>
        </p:nvSpPr>
        <p:spPr/>
        <p:txBody>
          <a:bodyPr/>
          <a:lstStyle>
            <a:lvl1pPr>
              <a:defRPr/>
            </a:lvl1pPr>
          </a:lstStyle>
          <a:p>
            <a:fld id="{00000001-0000-0000-0000-000000000000}" type="slidenum">
              <a:rPr lang="en-US" altLang="en-US"/>
              <a:t>‹#›</a:t>
            </a:fld>
            <a:endParaRPr lang="en-US" altLang="en-US"/>
          </a:p>
        </p:txBody>
      </p:sp>
    </p:spTree>
    <p:extLst>
      <p:ext uri="{BB962C8B-B14F-4D97-AF65-F5344CB8AC3E}">
        <p14:creationId val="4244219907"/>
      </p:ext>
    </p:extLst>
  </p:cSld>
  <p:clrMapOvr>
    <a:masterClrMapping/>
  </p:clrMapOvr>
  <p:transition/>
  <p:timing/>
</p:sldLayout>
</file>

<file path=ppt/slideLayouts/slideLayout13.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obj" preserve="1">
  <p:cSld name="Title and Content">
    <p:spTree>
      <p:nvGrpSpPr>
        <p:cNvPr id="1" name=""/>
        <p:cNvGrpSpPr/>
        <p:nvPr/>
      </p:nvGrpSpPr>
      <p:grpSpPr>
        <a:xfrm>
          <a:off x="0" y="0"/>
          <a:ext cx="0" cy="0"/>
        </a:xfrm>
      </p:grpSpPr>
      <p:sp>
        <p:nvSpPr>
          <p:cNvPr id="2" name="Title 1">
            <a:extLst>
              <a:ext uri="{FF2B5EF4-FFF2-40B4-BE49-F238E27FC236}">
                <a16:creationId xmlns:a16="http://schemas.microsoft.com/office/drawing/2014/main" id="{0F71985B-94FA-46AE-B3E7-CCD56D7C1EFD}"/>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8B53517C-1F09-40A8-94CF-A761135FA95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3EBA2624-2CA1-4F71-8B1A-D83C7EB42F46}"/>
              </a:ext>
            </a:extLst>
          </p:cNvPr>
          <p:cNvSpPr>
            <a:spLocks noGrp="1"/>
          </p:cNvSpPr>
          <p:nvPr>
            <p:ph type="dt" idx="10"/>
          </p:nvPr>
        </p:nvSpPr>
        <p:spPr/>
        <p:txBody>
          <a:bodyPr/>
          <a:lstStyle>
            <a:lvl1pPr>
              <a:defRPr/>
            </a:lvl1pPr>
          </a:lstStyle>
          <a:p>
            <a:endParaRPr lang="en-US" altLang="en-US"/>
          </a:p>
        </p:txBody>
      </p:sp>
      <p:sp>
        <p:nvSpPr>
          <p:cNvPr id="5" name="Footer Placeholder 4">
            <a:extLst>
              <a:ext uri="{FF2B5EF4-FFF2-40B4-BE49-F238E27FC236}">
                <a16:creationId xmlns:a16="http://schemas.microsoft.com/office/drawing/2014/main" id="{596DF341-349A-478D-A8D8-FD4E39C13F8B}"/>
              </a:ext>
            </a:extLst>
          </p:cNvPr>
          <p:cNvSpPr>
            <a:spLocks noGrp="1"/>
          </p:cNvSpPr>
          <p:nvPr>
            <p:ph type="ftr" idx="11"/>
          </p:nvPr>
        </p:nvSpPr>
        <p:spPr/>
        <p:txBody>
          <a:bodyPr/>
          <a:lstStyle>
            <a:lvl1pPr>
              <a:defRPr/>
            </a:lvl1pPr>
          </a:lstStyle>
          <a:p>
            <a:endParaRPr lang="en-US" altLang="en-US"/>
          </a:p>
        </p:txBody>
      </p:sp>
      <p:sp>
        <p:nvSpPr>
          <p:cNvPr id="6" name="Slide Number Placeholder 5">
            <a:extLst>
              <a:ext uri="{FF2B5EF4-FFF2-40B4-BE49-F238E27FC236}">
                <a16:creationId xmlns:a16="http://schemas.microsoft.com/office/drawing/2014/main" id="{4A91ADFD-36A9-4039-AF6F-3B9DA12BA1D4}"/>
              </a:ext>
            </a:extLst>
          </p:cNvPr>
          <p:cNvSpPr>
            <a:spLocks noGrp="1"/>
          </p:cNvSpPr>
          <p:nvPr>
            <p:ph type="sldNum" idx="12"/>
          </p:nvPr>
        </p:nvSpPr>
        <p:spPr/>
        <p:txBody>
          <a:bodyPr/>
          <a:lstStyle>
            <a:lvl1pPr>
              <a:defRPr/>
            </a:lvl1pPr>
          </a:lstStyle>
          <a:p>
            <a:fld id="{00000001-0000-0000-0000-000000000000}" type="slidenum">
              <a:rPr lang="en-US" altLang="en-US"/>
              <a:t>‹#›</a:t>
            </a:fld>
            <a:endParaRPr lang="en-US" altLang="en-US"/>
          </a:p>
        </p:txBody>
      </p:sp>
    </p:spTree>
    <p:extLst>
      <p:ext uri="{BB962C8B-B14F-4D97-AF65-F5344CB8AC3E}">
        <p14:creationId val="3347824150"/>
      </p:ext>
    </p:extLst>
  </p:cSld>
  <p:clrMapOvr>
    <a:masterClrMapping/>
  </p:clrMapOvr>
  <p:transition/>
  <p:timing/>
</p:sldLayout>
</file>

<file path=ppt/slideLayouts/slideLayout14.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secHead" preserve="1">
  <p:cSld name="Section Header">
    <p:spTree>
      <p:nvGrpSpPr>
        <p:cNvPr id="1" name=""/>
        <p:cNvGrpSpPr/>
        <p:nvPr/>
      </p:nvGrpSpPr>
      <p:grpSpPr>
        <a:xfrm>
          <a:off x="0" y="0"/>
          <a:ext cx="0" cy="0"/>
        </a:xfrm>
      </p:grpSpPr>
      <p:sp>
        <p:nvSpPr>
          <p:cNvPr id="2" name="Title 1">
            <a:extLst>
              <a:ext uri="{FF2B5EF4-FFF2-40B4-BE49-F238E27FC236}">
                <a16:creationId xmlns:a16="http://schemas.microsoft.com/office/drawing/2014/main" id="{3D39EE4C-017A-4269-BABA-70608A661B00}"/>
              </a:ext>
            </a:extLst>
          </p:cNvPr>
          <p:cNvSpPr>
            <a:spLocks noGrp="1"/>
          </p:cNvSpPr>
          <p:nvPr>
            <p:ph type="title"/>
          </p:nvPr>
        </p:nvSpPr>
        <p:spPr>
          <a:xfrm>
            <a:off x="687388" y="1884363"/>
            <a:ext cx="8694737" cy="31448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83386D95-5AAF-4DF1-9F83-2687F45B6CBE}"/>
              </a:ext>
            </a:extLst>
          </p:cNvPr>
          <p:cNvSpPr>
            <a:spLocks noGrp="1"/>
          </p:cNvSpPr>
          <p:nvPr>
            <p:ph type="body" idx="1"/>
          </p:nvPr>
        </p:nvSpPr>
        <p:spPr>
          <a:xfrm>
            <a:off x="687388" y="5059363"/>
            <a:ext cx="8694737" cy="16525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
        <p:nvSpPr>
          <p:cNvPr id="4" name="Date Placeholder 3">
            <a:extLst>
              <a:ext uri="{FF2B5EF4-FFF2-40B4-BE49-F238E27FC236}">
                <a16:creationId xmlns:a16="http://schemas.microsoft.com/office/drawing/2014/main" id="{2E0D3208-D48F-422E-8B47-52657F6D6B06}"/>
              </a:ext>
            </a:extLst>
          </p:cNvPr>
          <p:cNvSpPr>
            <a:spLocks noGrp="1"/>
          </p:cNvSpPr>
          <p:nvPr>
            <p:ph type="dt" idx="10"/>
          </p:nvPr>
        </p:nvSpPr>
        <p:spPr/>
        <p:txBody>
          <a:bodyPr/>
          <a:lstStyle>
            <a:lvl1pPr>
              <a:defRPr/>
            </a:lvl1pPr>
          </a:lstStyle>
          <a:p>
            <a:endParaRPr lang="en-US" altLang="en-US"/>
          </a:p>
        </p:txBody>
      </p:sp>
      <p:sp>
        <p:nvSpPr>
          <p:cNvPr id="5" name="Footer Placeholder 4">
            <a:extLst>
              <a:ext uri="{FF2B5EF4-FFF2-40B4-BE49-F238E27FC236}">
                <a16:creationId xmlns:a16="http://schemas.microsoft.com/office/drawing/2014/main" id="{E45A31A0-1E4E-4082-96D4-38A52EDD4FA1}"/>
              </a:ext>
            </a:extLst>
          </p:cNvPr>
          <p:cNvSpPr>
            <a:spLocks noGrp="1"/>
          </p:cNvSpPr>
          <p:nvPr>
            <p:ph type="ftr" idx="11"/>
          </p:nvPr>
        </p:nvSpPr>
        <p:spPr/>
        <p:txBody>
          <a:bodyPr/>
          <a:lstStyle>
            <a:lvl1pPr>
              <a:defRPr/>
            </a:lvl1pPr>
          </a:lstStyle>
          <a:p>
            <a:endParaRPr lang="en-US" altLang="en-US"/>
          </a:p>
        </p:txBody>
      </p:sp>
      <p:sp>
        <p:nvSpPr>
          <p:cNvPr id="6" name="Slide Number Placeholder 5">
            <a:extLst>
              <a:ext uri="{FF2B5EF4-FFF2-40B4-BE49-F238E27FC236}">
                <a16:creationId xmlns:a16="http://schemas.microsoft.com/office/drawing/2014/main" id="{0F25FC88-8196-4CAA-AB74-D4B5D98765CF}"/>
              </a:ext>
            </a:extLst>
          </p:cNvPr>
          <p:cNvSpPr>
            <a:spLocks noGrp="1"/>
          </p:cNvSpPr>
          <p:nvPr>
            <p:ph type="sldNum" idx="12"/>
          </p:nvPr>
        </p:nvSpPr>
        <p:spPr/>
        <p:txBody>
          <a:bodyPr/>
          <a:lstStyle>
            <a:lvl1pPr>
              <a:defRPr/>
            </a:lvl1pPr>
          </a:lstStyle>
          <a:p>
            <a:fld id="{00000001-0000-0000-0000-000000000000}" type="slidenum">
              <a:rPr lang="en-US" altLang="en-US"/>
              <a:t>‹#›</a:t>
            </a:fld>
            <a:endParaRPr lang="en-US" altLang="en-US"/>
          </a:p>
        </p:txBody>
      </p:sp>
    </p:spTree>
    <p:extLst>
      <p:ext uri="{BB962C8B-B14F-4D97-AF65-F5344CB8AC3E}">
        <p14:creationId val="1975257773"/>
      </p:ext>
    </p:extLst>
  </p:cSld>
  <p:clrMapOvr>
    <a:masterClrMapping/>
  </p:clrMapOvr>
  <p:transition/>
  <p:timing/>
</p:sldLayout>
</file>

<file path=ppt/slideLayouts/slideLayout15.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twoObj" preserve="1">
  <p:cSld name="Two Content">
    <p:spTree>
      <p:nvGrpSpPr>
        <p:cNvPr id="1" name=""/>
        <p:cNvGrpSpPr/>
        <p:nvPr/>
      </p:nvGrpSpPr>
      <p:grpSpPr>
        <a:xfrm>
          <a:off x="0" y="0"/>
          <a:ext cx="0" cy="0"/>
        </a:xfrm>
      </p:grpSpPr>
      <p:sp>
        <p:nvSpPr>
          <p:cNvPr id="2" name="Title 1">
            <a:extLst>
              <a:ext uri="{FF2B5EF4-FFF2-40B4-BE49-F238E27FC236}">
                <a16:creationId xmlns:a16="http://schemas.microsoft.com/office/drawing/2014/main" id="{5790A877-29E2-4BB7-9641-46243F86B351}"/>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13866460-C502-4DB4-A7F5-F65CFBCAA231}"/>
              </a:ext>
            </a:extLst>
          </p:cNvPr>
          <p:cNvSpPr>
            <a:spLocks noGrp="1"/>
          </p:cNvSpPr>
          <p:nvPr>
            <p:ph sz="half" idx="1"/>
          </p:nvPr>
        </p:nvSpPr>
        <p:spPr>
          <a:xfrm>
            <a:off x="503238" y="1800225"/>
            <a:ext cx="4459287" cy="43830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3FB05F53-A06E-4294-97C2-95EB755D7338}"/>
              </a:ext>
            </a:extLst>
          </p:cNvPr>
          <p:cNvSpPr>
            <a:spLocks noGrp="1"/>
          </p:cNvSpPr>
          <p:nvPr>
            <p:ph sz="half" idx="2"/>
          </p:nvPr>
        </p:nvSpPr>
        <p:spPr>
          <a:xfrm>
            <a:off x="5114925" y="1800225"/>
            <a:ext cx="4459288" cy="43830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35D716A1-42EF-489A-9BD5-DF938D50EE9D}"/>
              </a:ext>
            </a:extLst>
          </p:cNvPr>
          <p:cNvSpPr>
            <a:spLocks noGrp="1"/>
          </p:cNvSpPr>
          <p:nvPr>
            <p:ph type="dt" idx="10"/>
          </p:nvPr>
        </p:nvSpPr>
        <p:spPr/>
        <p:txBody>
          <a:bodyPr/>
          <a:lstStyle>
            <a:lvl1pPr>
              <a:defRPr/>
            </a:lvl1pPr>
          </a:lstStyle>
          <a:p>
            <a:endParaRPr lang="en-US" altLang="en-US"/>
          </a:p>
        </p:txBody>
      </p:sp>
      <p:sp>
        <p:nvSpPr>
          <p:cNvPr id="6" name="Footer Placeholder 5">
            <a:extLst>
              <a:ext uri="{FF2B5EF4-FFF2-40B4-BE49-F238E27FC236}">
                <a16:creationId xmlns:a16="http://schemas.microsoft.com/office/drawing/2014/main" id="{5CECBC65-86C9-4D07-817F-0622FB614D40}"/>
              </a:ext>
            </a:extLst>
          </p:cNvPr>
          <p:cNvSpPr>
            <a:spLocks noGrp="1"/>
          </p:cNvSpPr>
          <p:nvPr>
            <p:ph type="ftr" idx="11"/>
          </p:nvPr>
        </p:nvSpPr>
        <p:spPr/>
        <p:txBody>
          <a:bodyPr/>
          <a:lstStyle>
            <a:lvl1pPr>
              <a:defRPr/>
            </a:lvl1pPr>
          </a:lstStyle>
          <a:p>
            <a:endParaRPr lang="en-US" altLang="en-US"/>
          </a:p>
        </p:txBody>
      </p:sp>
      <p:sp>
        <p:nvSpPr>
          <p:cNvPr id="7" name="Slide Number Placeholder 6">
            <a:extLst>
              <a:ext uri="{FF2B5EF4-FFF2-40B4-BE49-F238E27FC236}">
                <a16:creationId xmlns:a16="http://schemas.microsoft.com/office/drawing/2014/main" id="{B7C5857D-42D0-4C19-901A-9F69C2B0EF6A}"/>
              </a:ext>
            </a:extLst>
          </p:cNvPr>
          <p:cNvSpPr>
            <a:spLocks noGrp="1"/>
          </p:cNvSpPr>
          <p:nvPr>
            <p:ph type="sldNum" idx="12"/>
          </p:nvPr>
        </p:nvSpPr>
        <p:spPr/>
        <p:txBody>
          <a:bodyPr/>
          <a:lstStyle>
            <a:lvl1pPr>
              <a:defRPr/>
            </a:lvl1pPr>
          </a:lstStyle>
          <a:p>
            <a:fld id="{00000001-0000-0000-0000-000000000000}" type="slidenum">
              <a:rPr lang="en-US" altLang="en-US"/>
              <a:t>‹#›</a:t>
            </a:fld>
            <a:endParaRPr lang="en-US" altLang="en-US"/>
          </a:p>
        </p:txBody>
      </p:sp>
    </p:spTree>
    <p:extLst>
      <p:ext uri="{BB962C8B-B14F-4D97-AF65-F5344CB8AC3E}">
        <p14:creationId val="3680588983"/>
      </p:ext>
    </p:extLst>
  </p:cSld>
  <p:clrMapOvr>
    <a:masterClrMapping/>
  </p:clrMapOvr>
  <p:transition/>
  <p:timing/>
</p:sldLayout>
</file>

<file path=ppt/slideLayouts/slideLayout16.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twoTxTwoObj" preserve="1">
  <p:cSld name="Comparison">
    <p:spTree>
      <p:nvGrpSpPr>
        <p:cNvPr id="1" name=""/>
        <p:cNvGrpSpPr/>
        <p:nvPr/>
      </p:nvGrpSpPr>
      <p:grpSpPr>
        <a:xfrm>
          <a:off x="0" y="0"/>
          <a:ext cx="0" cy="0"/>
        </a:xfrm>
      </p:grpSpPr>
      <p:sp>
        <p:nvSpPr>
          <p:cNvPr id="2" name="Title 1">
            <a:extLst>
              <a:ext uri="{FF2B5EF4-FFF2-40B4-BE49-F238E27FC236}">
                <a16:creationId xmlns:a16="http://schemas.microsoft.com/office/drawing/2014/main" id="{2DB5AEB7-EC8E-45F7-AA72-2DD4B9F056F8}"/>
              </a:ext>
            </a:extLst>
          </p:cNvPr>
          <p:cNvSpPr>
            <a:spLocks noGrp="1"/>
          </p:cNvSpPr>
          <p:nvPr>
            <p:ph type="title"/>
          </p:nvPr>
        </p:nvSpPr>
        <p:spPr>
          <a:xfrm>
            <a:off x="693738" y="403225"/>
            <a:ext cx="8694737" cy="1460500"/>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05F6C036-0BB7-4D56-88B1-73B1F7D225D6}"/>
              </a:ext>
            </a:extLst>
          </p:cNvPr>
          <p:cNvSpPr>
            <a:spLocks noGrp="1"/>
          </p:cNvSpPr>
          <p:nvPr>
            <p:ph type="body" idx="1"/>
          </p:nvPr>
        </p:nvSpPr>
        <p:spPr>
          <a:xfrm>
            <a:off x="693738" y="1852613"/>
            <a:ext cx="4265612" cy="9080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E7A1A1-471A-4B2E-8B61-A2C698DCF06F}"/>
              </a:ext>
            </a:extLst>
          </p:cNvPr>
          <p:cNvSpPr>
            <a:spLocks noGrp="1"/>
          </p:cNvSpPr>
          <p:nvPr>
            <p:ph sz="half" idx="2"/>
          </p:nvPr>
        </p:nvSpPr>
        <p:spPr>
          <a:xfrm>
            <a:off x="693738" y="2760663"/>
            <a:ext cx="4265612" cy="4062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68747A7F-585A-4FAE-87C1-9489F29BE8C5}"/>
              </a:ext>
            </a:extLst>
          </p:cNvPr>
          <p:cNvSpPr>
            <a:spLocks noGrp="1"/>
          </p:cNvSpPr>
          <p:nvPr>
            <p:ph type="body" sz="quarter" idx="3"/>
          </p:nvPr>
        </p:nvSpPr>
        <p:spPr>
          <a:xfrm>
            <a:off x="5103813" y="1852613"/>
            <a:ext cx="4284662" cy="9080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494BEFB-DAFA-4EA9-AD67-EAF529A7F349}"/>
              </a:ext>
            </a:extLst>
          </p:cNvPr>
          <p:cNvSpPr>
            <a:spLocks noGrp="1"/>
          </p:cNvSpPr>
          <p:nvPr>
            <p:ph sz="quarter" idx="4"/>
          </p:nvPr>
        </p:nvSpPr>
        <p:spPr>
          <a:xfrm>
            <a:off x="5103813" y="2760663"/>
            <a:ext cx="4284662" cy="4062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5BAF566B-BBE5-4C82-A6E0-02E0C3DD653D}"/>
              </a:ext>
            </a:extLst>
          </p:cNvPr>
          <p:cNvSpPr>
            <a:spLocks noGrp="1"/>
          </p:cNvSpPr>
          <p:nvPr>
            <p:ph type="dt" idx="10"/>
          </p:nvPr>
        </p:nvSpPr>
        <p:spPr/>
        <p:txBody>
          <a:bodyPr/>
          <a:lstStyle>
            <a:lvl1pPr>
              <a:defRPr/>
            </a:lvl1pPr>
          </a:lstStyle>
          <a:p>
            <a:endParaRPr lang="en-US" altLang="en-US"/>
          </a:p>
        </p:txBody>
      </p:sp>
      <p:sp>
        <p:nvSpPr>
          <p:cNvPr id="8" name="Footer Placeholder 7">
            <a:extLst>
              <a:ext uri="{FF2B5EF4-FFF2-40B4-BE49-F238E27FC236}">
                <a16:creationId xmlns:a16="http://schemas.microsoft.com/office/drawing/2014/main" id="{B3F02782-A86F-4B2C-84FC-70B22C7C84AE}"/>
              </a:ext>
            </a:extLst>
          </p:cNvPr>
          <p:cNvSpPr>
            <a:spLocks noGrp="1"/>
          </p:cNvSpPr>
          <p:nvPr>
            <p:ph type="ftr" idx="11"/>
          </p:nvPr>
        </p:nvSpPr>
        <p:spPr/>
        <p:txBody>
          <a:bodyPr/>
          <a:lstStyle>
            <a:lvl1pPr>
              <a:defRPr/>
            </a:lvl1pPr>
          </a:lstStyle>
          <a:p>
            <a:endParaRPr lang="en-US" altLang="en-US"/>
          </a:p>
        </p:txBody>
      </p:sp>
      <p:sp>
        <p:nvSpPr>
          <p:cNvPr id="9" name="Slide Number Placeholder 8">
            <a:extLst>
              <a:ext uri="{FF2B5EF4-FFF2-40B4-BE49-F238E27FC236}">
                <a16:creationId xmlns:a16="http://schemas.microsoft.com/office/drawing/2014/main" id="{1D9FA50D-06AB-457D-BB01-20AF74275BEB}"/>
              </a:ext>
            </a:extLst>
          </p:cNvPr>
          <p:cNvSpPr>
            <a:spLocks noGrp="1"/>
          </p:cNvSpPr>
          <p:nvPr>
            <p:ph type="sldNum" idx="12"/>
          </p:nvPr>
        </p:nvSpPr>
        <p:spPr/>
        <p:txBody>
          <a:bodyPr/>
          <a:lstStyle>
            <a:lvl1pPr>
              <a:defRPr/>
            </a:lvl1pPr>
          </a:lstStyle>
          <a:p>
            <a:fld id="{00000001-0000-0000-0000-000000000000}" type="slidenum">
              <a:rPr lang="en-US" altLang="en-US"/>
              <a:t>‹#›</a:t>
            </a:fld>
            <a:endParaRPr lang="en-US" altLang="en-US"/>
          </a:p>
        </p:txBody>
      </p:sp>
    </p:spTree>
    <p:extLst>
      <p:ext uri="{BB962C8B-B14F-4D97-AF65-F5344CB8AC3E}">
        <p14:creationId val="1223619862"/>
      </p:ext>
    </p:extLst>
  </p:cSld>
  <p:clrMapOvr>
    <a:masterClrMapping/>
  </p:clrMapOvr>
  <p:transition/>
  <p:timing/>
</p:sldLayout>
</file>

<file path=ppt/slideLayouts/slideLayout17.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titleOnly" preserve="1">
  <p:cSld name="Title Only">
    <p:spTree>
      <p:nvGrpSpPr>
        <p:cNvPr id="1" name=""/>
        <p:cNvGrpSpPr/>
        <p:nvPr/>
      </p:nvGrpSpPr>
      <p:grpSpPr>
        <a:xfrm>
          <a:off x="0" y="0"/>
          <a:ext cx="0" cy="0"/>
        </a:xfrm>
      </p:grpSpPr>
      <p:sp>
        <p:nvSpPr>
          <p:cNvPr id="2" name="Title 1">
            <a:extLst>
              <a:ext uri="{FF2B5EF4-FFF2-40B4-BE49-F238E27FC236}">
                <a16:creationId xmlns:a16="http://schemas.microsoft.com/office/drawing/2014/main" id="{83C76F35-1095-4AF0-B9D4-F820F925D847}"/>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E82A1B23-18A2-46A3-9985-AA65B9AC140B}"/>
              </a:ext>
            </a:extLst>
          </p:cNvPr>
          <p:cNvSpPr>
            <a:spLocks noGrp="1"/>
          </p:cNvSpPr>
          <p:nvPr>
            <p:ph type="dt" idx="10"/>
          </p:nvPr>
        </p:nvSpPr>
        <p:spPr/>
        <p:txBody>
          <a:bodyPr/>
          <a:lstStyle>
            <a:lvl1pPr>
              <a:defRPr/>
            </a:lvl1pPr>
          </a:lstStyle>
          <a:p>
            <a:endParaRPr lang="en-US" altLang="en-US"/>
          </a:p>
        </p:txBody>
      </p:sp>
      <p:sp>
        <p:nvSpPr>
          <p:cNvPr id="4" name="Footer Placeholder 3">
            <a:extLst>
              <a:ext uri="{FF2B5EF4-FFF2-40B4-BE49-F238E27FC236}">
                <a16:creationId xmlns:a16="http://schemas.microsoft.com/office/drawing/2014/main" id="{CA9E0981-71FB-4B9D-B6A2-2624DE34E715}"/>
              </a:ext>
            </a:extLst>
          </p:cNvPr>
          <p:cNvSpPr>
            <a:spLocks noGrp="1"/>
          </p:cNvSpPr>
          <p:nvPr>
            <p:ph type="ftr" idx="11"/>
          </p:nvPr>
        </p:nvSpPr>
        <p:spPr/>
        <p:txBody>
          <a:bodyPr/>
          <a:lstStyle>
            <a:lvl1pPr>
              <a:defRPr/>
            </a:lvl1pPr>
          </a:lstStyle>
          <a:p>
            <a:endParaRPr lang="en-US" altLang="en-US"/>
          </a:p>
        </p:txBody>
      </p:sp>
      <p:sp>
        <p:nvSpPr>
          <p:cNvPr id="5" name="Slide Number Placeholder 4">
            <a:extLst>
              <a:ext uri="{FF2B5EF4-FFF2-40B4-BE49-F238E27FC236}">
                <a16:creationId xmlns:a16="http://schemas.microsoft.com/office/drawing/2014/main" id="{5B260C9B-2AB2-440C-8DBE-F7373CD0188C}"/>
              </a:ext>
            </a:extLst>
          </p:cNvPr>
          <p:cNvSpPr>
            <a:spLocks noGrp="1"/>
          </p:cNvSpPr>
          <p:nvPr>
            <p:ph type="sldNum" idx="12"/>
          </p:nvPr>
        </p:nvSpPr>
        <p:spPr/>
        <p:txBody>
          <a:bodyPr/>
          <a:lstStyle>
            <a:lvl1pPr>
              <a:defRPr/>
            </a:lvl1pPr>
          </a:lstStyle>
          <a:p>
            <a:fld id="{00000001-0000-0000-0000-000000000000}" type="slidenum">
              <a:rPr lang="en-US" altLang="en-US"/>
              <a:t>‹#›</a:t>
            </a:fld>
            <a:endParaRPr lang="en-US" altLang="en-US"/>
          </a:p>
        </p:txBody>
      </p:sp>
    </p:spTree>
    <p:extLst>
      <p:ext uri="{BB962C8B-B14F-4D97-AF65-F5344CB8AC3E}">
        <p14:creationId val="790155901"/>
      </p:ext>
    </p:extLst>
  </p:cSld>
  <p:clrMapOvr>
    <a:masterClrMapping/>
  </p:clrMapOvr>
  <p:transition/>
  <p:timing/>
</p:sldLayout>
</file>

<file path=ppt/slideLayouts/slideLayout18.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blank" preserve="1">
  <p:cSld name="Blank">
    <p:spTree>
      <p:nvGrpSpPr>
        <p:cNvPr id="1" name=""/>
        <p:cNvGrpSpPr/>
        <p:nvPr/>
      </p:nvGrpSpPr>
      <p:grpSpPr>
        <a:xfrm>
          <a:off x="0" y="0"/>
          <a:ext cx="0" cy="0"/>
        </a:xfrm>
      </p:grpSpPr>
      <p:sp>
        <p:nvSpPr>
          <p:cNvPr id="2" name="Date Placeholder 1">
            <a:extLst>
              <a:ext uri="{FF2B5EF4-FFF2-40B4-BE49-F238E27FC236}">
                <a16:creationId xmlns:a16="http://schemas.microsoft.com/office/drawing/2014/main" id="{B280BDAC-A96E-4933-8B0F-6A11C7602FA0}"/>
              </a:ext>
            </a:extLst>
          </p:cNvPr>
          <p:cNvSpPr>
            <a:spLocks noGrp="1"/>
          </p:cNvSpPr>
          <p:nvPr>
            <p:ph type="dt" idx="10"/>
          </p:nvPr>
        </p:nvSpPr>
        <p:spPr/>
        <p:txBody>
          <a:bodyPr/>
          <a:lstStyle>
            <a:lvl1pPr>
              <a:defRPr/>
            </a:lvl1pPr>
          </a:lstStyle>
          <a:p>
            <a:endParaRPr lang="en-US" altLang="en-US"/>
          </a:p>
        </p:txBody>
      </p:sp>
      <p:sp>
        <p:nvSpPr>
          <p:cNvPr id="3" name="Footer Placeholder 2">
            <a:extLst>
              <a:ext uri="{FF2B5EF4-FFF2-40B4-BE49-F238E27FC236}">
                <a16:creationId xmlns:a16="http://schemas.microsoft.com/office/drawing/2014/main" id="{D85FA301-079A-40B9-918D-BF6C0C480B7A}"/>
              </a:ext>
            </a:extLst>
          </p:cNvPr>
          <p:cNvSpPr>
            <a:spLocks noGrp="1"/>
          </p:cNvSpPr>
          <p:nvPr>
            <p:ph type="ftr" idx="11"/>
          </p:nvPr>
        </p:nvSpPr>
        <p:spPr/>
        <p:txBody>
          <a:bodyPr/>
          <a:lstStyle>
            <a:lvl1pPr>
              <a:defRPr/>
            </a:lvl1pPr>
          </a:lstStyle>
          <a:p>
            <a:endParaRPr lang="en-US" altLang="en-US"/>
          </a:p>
        </p:txBody>
      </p:sp>
      <p:sp>
        <p:nvSpPr>
          <p:cNvPr id="4" name="Slide Number Placeholder 3">
            <a:extLst>
              <a:ext uri="{FF2B5EF4-FFF2-40B4-BE49-F238E27FC236}">
                <a16:creationId xmlns:a16="http://schemas.microsoft.com/office/drawing/2014/main" id="{5B680BEA-397C-4F7D-871C-6581033CEE07}"/>
              </a:ext>
            </a:extLst>
          </p:cNvPr>
          <p:cNvSpPr>
            <a:spLocks noGrp="1"/>
          </p:cNvSpPr>
          <p:nvPr>
            <p:ph type="sldNum" idx="12"/>
          </p:nvPr>
        </p:nvSpPr>
        <p:spPr/>
        <p:txBody>
          <a:bodyPr/>
          <a:lstStyle>
            <a:lvl1pPr>
              <a:defRPr/>
            </a:lvl1pPr>
          </a:lstStyle>
          <a:p>
            <a:fld id="{00000001-0000-0000-0000-000000000000}" type="slidenum">
              <a:rPr lang="en-US" altLang="en-US"/>
              <a:t>‹#›</a:t>
            </a:fld>
            <a:endParaRPr lang="en-US" altLang="en-US"/>
          </a:p>
        </p:txBody>
      </p:sp>
    </p:spTree>
    <p:extLst>
      <p:ext uri="{BB962C8B-B14F-4D97-AF65-F5344CB8AC3E}">
        <p14:creationId val="2189487978"/>
      </p:ext>
    </p:extLst>
  </p:cSld>
  <p:clrMapOvr>
    <a:masterClrMapping/>
  </p:clrMapOvr>
  <p:transition/>
  <p:timing/>
</p:sldLayout>
</file>

<file path=ppt/slideLayouts/slideLayout19.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objTx" preserve="1">
  <p:cSld name="Content with Caption">
    <p:spTree>
      <p:nvGrpSpPr>
        <p:cNvPr id="1" name=""/>
        <p:cNvGrpSpPr/>
        <p:nvPr/>
      </p:nvGrpSpPr>
      <p:grpSpPr>
        <a:xfrm>
          <a:off x="0" y="0"/>
          <a:ext cx="0" cy="0"/>
        </a:xfrm>
      </p:grpSpPr>
      <p:sp>
        <p:nvSpPr>
          <p:cNvPr id="2" name="Title 1">
            <a:extLst>
              <a:ext uri="{FF2B5EF4-FFF2-40B4-BE49-F238E27FC236}">
                <a16:creationId xmlns:a16="http://schemas.microsoft.com/office/drawing/2014/main" id="{D64BAC8F-AAFF-425D-923C-AA0CDCF5C901}"/>
              </a:ext>
            </a:extLst>
          </p:cNvPr>
          <p:cNvSpPr>
            <a:spLocks noGrp="1"/>
          </p:cNvSpPr>
          <p:nvPr>
            <p:ph type="title"/>
          </p:nvPr>
        </p:nvSpPr>
        <p:spPr>
          <a:xfrm>
            <a:off x="693738" y="503238"/>
            <a:ext cx="3251200" cy="17653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D51A7938-9E27-4192-B68E-E5BE394DDCB9}"/>
              </a:ext>
            </a:extLst>
          </p:cNvPr>
          <p:cNvSpPr>
            <a:spLocks noGrp="1"/>
          </p:cNvSpPr>
          <p:nvPr>
            <p:ph idx="1"/>
          </p:nvPr>
        </p:nvSpPr>
        <p:spPr>
          <a:xfrm>
            <a:off x="4286250" y="1089025"/>
            <a:ext cx="5102225" cy="537210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768569C4-88E3-4BB8-9C8C-420530E468BD}"/>
              </a:ext>
            </a:extLst>
          </p:cNvPr>
          <p:cNvSpPr>
            <a:spLocks noGrp="1"/>
          </p:cNvSpPr>
          <p:nvPr>
            <p:ph type="body" sz="half" idx="2"/>
          </p:nvPr>
        </p:nvSpPr>
        <p:spPr>
          <a:xfrm>
            <a:off x="693738" y="2268538"/>
            <a:ext cx="3251200" cy="42005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E779BBF-AE8F-4FF9-963A-C80DA64E0E31}"/>
              </a:ext>
            </a:extLst>
          </p:cNvPr>
          <p:cNvSpPr>
            <a:spLocks noGrp="1"/>
          </p:cNvSpPr>
          <p:nvPr>
            <p:ph type="dt" idx="10"/>
          </p:nvPr>
        </p:nvSpPr>
        <p:spPr/>
        <p:txBody>
          <a:bodyPr/>
          <a:lstStyle>
            <a:lvl1pPr>
              <a:defRPr/>
            </a:lvl1pPr>
          </a:lstStyle>
          <a:p>
            <a:endParaRPr lang="en-US" altLang="en-US"/>
          </a:p>
        </p:txBody>
      </p:sp>
      <p:sp>
        <p:nvSpPr>
          <p:cNvPr id="6" name="Footer Placeholder 5">
            <a:extLst>
              <a:ext uri="{FF2B5EF4-FFF2-40B4-BE49-F238E27FC236}">
                <a16:creationId xmlns:a16="http://schemas.microsoft.com/office/drawing/2014/main" id="{CFAF1C49-6AF6-4514-83AF-2425F220A619}"/>
              </a:ext>
            </a:extLst>
          </p:cNvPr>
          <p:cNvSpPr>
            <a:spLocks noGrp="1"/>
          </p:cNvSpPr>
          <p:nvPr>
            <p:ph type="ftr" idx="11"/>
          </p:nvPr>
        </p:nvSpPr>
        <p:spPr/>
        <p:txBody>
          <a:bodyPr/>
          <a:lstStyle>
            <a:lvl1pPr>
              <a:defRPr/>
            </a:lvl1pPr>
          </a:lstStyle>
          <a:p>
            <a:endParaRPr lang="en-US" altLang="en-US"/>
          </a:p>
        </p:txBody>
      </p:sp>
      <p:sp>
        <p:nvSpPr>
          <p:cNvPr id="7" name="Slide Number Placeholder 6">
            <a:extLst>
              <a:ext uri="{FF2B5EF4-FFF2-40B4-BE49-F238E27FC236}">
                <a16:creationId xmlns:a16="http://schemas.microsoft.com/office/drawing/2014/main" id="{74DDA92F-F216-4172-B679-DCE49E3745AC}"/>
              </a:ext>
            </a:extLst>
          </p:cNvPr>
          <p:cNvSpPr>
            <a:spLocks noGrp="1"/>
          </p:cNvSpPr>
          <p:nvPr>
            <p:ph type="sldNum" idx="12"/>
          </p:nvPr>
        </p:nvSpPr>
        <p:spPr/>
        <p:txBody>
          <a:bodyPr/>
          <a:lstStyle>
            <a:lvl1pPr>
              <a:defRPr/>
            </a:lvl1pPr>
          </a:lstStyle>
          <a:p>
            <a:fld id="{00000001-0000-0000-0000-000000000000}" type="slidenum">
              <a:rPr lang="en-US" altLang="en-US"/>
              <a:t>‹#›</a:t>
            </a:fld>
            <a:endParaRPr lang="en-US" altLang="en-US"/>
          </a:p>
        </p:txBody>
      </p:sp>
    </p:spTree>
    <p:extLst>
      <p:ext uri="{BB962C8B-B14F-4D97-AF65-F5344CB8AC3E}">
        <p14:creationId val="2186274346"/>
      </p:ext>
    </p:extLst>
  </p:cSld>
  <p:clrMapOvr>
    <a:masterClrMapping/>
  </p:clrMapOvr>
  <p:transition/>
  <p:timing/>
</p:sldLayout>
</file>

<file path=ppt/slideLayouts/slideLayout20.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picTx" preserve="1">
  <p:cSld name="Picture with Caption">
    <p:spTree>
      <p:nvGrpSpPr>
        <p:cNvPr id="1" name=""/>
        <p:cNvGrpSpPr/>
        <p:nvPr/>
      </p:nvGrpSpPr>
      <p:grpSpPr>
        <a:xfrm>
          <a:off x="0" y="0"/>
          <a:ext cx="0" cy="0"/>
        </a:xfrm>
      </p:grpSpPr>
      <p:sp>
        <p:nvSpPr>
          <p:cNvPr id="2" name="Title 1">
            <a:extLst>
              <a:ext uri="{FF2B5EF4-FFF2-40B4-BE49-F238E27FC236}">
                <a16:creationId xmlns:a16="http://schemas.microsoft.com/office/drawing/2014/main" id="{E66ECDE6-17CE-4F83-A563-C32837B968F9}"/>
              </a:ext>
            </a:extLst>
          </p:cNvPr>
          <p:cNvSpPr>
            <a:spLocks noGrp="1"/>
          </p:cNvSpPr>
          <p:nvPr>
            <p:ph type="title"/>
          </p:nvPr>
        </p:nvSpPr>
        <p:spPr>
          <a:xfrm>
            <a:off x="693738" y="503238"/>
            <a:ext cx="3251200" cy="17653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54837744-D776-4DFB-A700-210FECF85173}"/>
              </a:ext>
            </a:extLst>
          </p:cNvPr>
          <p:cNvSpPr>
            <a:spLocks noGrp="1"/>
          </p:cNvSpPr>
          <p:nvPr>
            <p:ph type="pic" idx="1"/>
          </p:nvPr>
        </p:nvSpPr>
        <p:spPr>
          <a:xfrm>
            <a:off x="4286250" y="1089025"/>
            <a:ext cx="5102225" cy="5372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FB8DB981-2BA9-407C-B93B-612DCD70BDC6}"/>
              </a:ext>
            </a:extLst>
          </p:cNvPr>
          <p:cNvSpPr>
            <a:spLocks noGrp="1"/>
          </p:cNvSpPr>
          <p:nvPr>
            <p:ph type="body" sz="half" idx="2"/>
          </p:nvPr>
        </p:nvSpPr>
        <p:spPr>
          <a:xfrm>
            <a:off x="693738" y="2268538"/>
            <a:ext cx="3251200" cy="42005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2381DF-BAD3-4A83-A078-9472CEE2DF4F}"/>
              </a:ext>
            </a:extLst>
          </p:cNvPr>
          <p:cNvSpPr>
            <a:spLocks noGrp="1"/>
          </p:cNvSpPr>
          <p:nvPr>
            <p:ph type="dt" idx="10"/>
          </p:nvPr>
        </p:nvSpPr>
        <p:spPr/>
        <p:txBody>
          <a:bodyPr/>
          <a:lstStyle>
            <a:lvl1pPr>
              <a:defRPr/>
            </a:lvl1pPr>
          </a:lstStyle>
          <a:p>
            <a:endParaRPr lang="en-US" altLang="en-US"/>
          </a:p>
        </p:txBody>
      </p:sp>
      <p:sp>
        <p:nvSpPr>
          <p:cNvPr id="6" name="Footer Placeholder 5">
            <a:extLst>
              <a:ext uri="{FF2B5EF4-FFF2-40B4-BE49-F238E27FC236}">
                <a16:creationId xmlns:a16="http://schemas.microsoft.com/office/drawing/2014/main" id="{A6E49BDA-63A7-41A1-B75E-D24BE549022E}"/>
              </a:ext>
            </a:extLst>
          </p:cNvPr>
          <p:cNvSpPr>
            <a:spLocks noGrp="1"/>
          </p:cNvSpPr>
          <p:nvPr>
            <p:ph type="ftr" idx="11"/>
          </p:nvPr>
        </p:nvSpPr>
        <p:spPr/>
        <p:txBody>
          <a:bodyPr/>
          <a:lstStyle>
            <a:lvl1pPr>
              <a:defRPr/>
            </a:lvl1pPr>
          </a:lstStyle>
          <a:p>
            <a:endParaRPr lang="en-US" altLang="en-US"/>
          </a:p>
        </p:txBody>
      </p:sp>
      <p:sp>
        <p:nvSpPr>
          <p:cNvPr id="7" name="Slide Number Placeholder 6">
            <a:extLst>
              <a:ext uri="{FF2B5EF4-FFF2-40B4-BE49-F238E27FC236}">
                <a16:creationId xmlns:a16="http://schemas.microsoft.com/office/drawing/2014/main" id="{9F826176-8FEA-4D29-ADFA-AE887C933432}"/>
              </a:ext>
            </a:extLst>
          </p:cNvPr>
          <p:cNvSpPr>
            <a:spLocks noGrp="1"/>
          </p:cNvSpPr>
          <p:nvPr>
            <p:ph type="sldNum" idx="12"/>
          </p:nvPr>
        </p:nvSpPr>
        <p:spPr/>
        <p:txBody>
          <a:bodyPr/>
          <a:lstStyle>
            <a:lvl1pPr>
              <a:defRPr/>
            </a:lvl1pPr>
          </a:lstStyle>
          <a:p>
            <a:fld id="{00000001-0000-0000-0000-000000000000}" type="slidenum">
              <a:rPr lang="en-US" altLang="en-US"/>
              <a:t>‹#›</a:t>
            </a:fld>
            <a:endParaRPr lang="en-US" altLang="en-US"/>
          </a:p>
        </p:txBody>
      </p:sp>
    </p:spTree>
    <p:extLst>
      <p:ext uri="{BB962C8B-B14F-4D97-AF65-F5344CB8AC3E}">
        <p14:creationId val="21439643"/>
      </p:ext>
    </p:extLst>
  </p:cSld>
  <p:clrMapOvr>
    <a:masterClrMapping/>
  </p:clrMapOvr>
  <p:transition/>
  <p:timing/>
</p:sldLayout>
</file>

<file path=ppt/slideLayouts/slideLayout21.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vertTx" preserve="1">
  <p:cSld name="Title and Vertical Text">
    <p:spTree>
      <p:nvGrpSpPr>
        <p:cNvPr id="1" name=""/>
        <p:cNvGrpSpPr/>
        <p:nvPr/>
      </p:nvGrpSpPr>
      <p:grpSpPr>
        <a:xfrm>
          <a:off x="0" y="0"/>
          <a:ext cx="0" cy="0"/>
        </a:xfrm>
      </p:grpSpPr>
      <p:sp>
        <p:nvSpPr>
          <p:cNvPr id="2" name="Title 1">
            <a:extLst>
              <a:ext uri="{FF2B5EF4-FFF2-40B4-BE49-F238E27FC236}">
                <a16:creationId xmlns:a16="http://schemas.microsoft.com/office/drawing/2014/main" id="{1CB1B77B-CE22-4315-90C7-B2EC43605CE7}"/>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A877F82E-301A-4083-83EB-ED9BB038931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B9AF23A9-88F6-4175-87F7-16E76A4E1527}"/>
              </a:ext>
            </a:extLst>
          </p:cNvPr>
          <p:cNvSpPr>
            <a:spLocks noGrp="1"/>
          </p:cNvSpPr>
          <p:nvPr>
            <p:ph type="dt" idx="10"/>
          </p:nvPr>
        </p:nvSpPr>
        <p:spPr/>
        <p:txBody>
          <a:bodyPr/>
          <a:lstStyle>
            <a:lvl1pPr>
              <a:defRPr/>
            </a:lvl1pPr>
          </a:lstStyle>
          <a:p>
            <a:endParaRPr lang="en-US" altLang="en-US"/>
          </a:p>
        </p:txBody>
      </p:sp>
      <p:sp>
        <p:nvSpPr>
          <p:cNvPr id="5" name="Footer Placeholder 4">
            <a:extLst>
              <a:ext uri="{FF2B5EF4-FFF2-40B4-BE49-F238E27FC236}">
                <a16:creationId xmlns:a16="http://schemas.microsoft.com/office/drawing/2014/main" id="{6AD8B6EF-BF3F-455F-930F-F248FE841D37}"/>
              </a:ext>
            </a:extLst>
          </p:cNvPr>
          <p:cNvSpPr>
            <a:spLocks noGrp="1"/>
          </p:cNvSpPr>
          <p:nvPr>
            <p:ph type="ftr" idx="11"/>
          </p:nvPr>
        </p:nvSpPr>
        <p:spPr/>
        <p:txBody>
          <a:bodyPr/>
          <a:lstStyle>
            <a:lvl1pPr>
              <a:defRPr/>
            </a:lvl1pPr>
          </a:lstStyle>
          <a:p>
            <a:endParaRPr lang="en-US" altLang="en-US"/>
          </a:p>
        </p:txBody>
      </p:sp>
      <p:sp>
        <p:nvSpPr>
          <p:cNvPr id="6" name="Slide Number Placeholder 5">
            <a:extLst>
              <a:ext uri="{FF2B5EF4-FFF2-40B4-BE49-F238E27FC236}">
                <a16:creationId xmlns:a16="http://schemas.microsoft.com/office/drawing/2014/main" id="{5759F2DE-7462-43CC-949A-161CE6685F88}"/>
              </a:ext>
            </a:extLst>
          </p:cNvPr>
          <p:cNvSpPr>
            <a:spLocks noGrp="1"/>
          </p:cNvSpPr>
          <p:nvPr>
            <p:ph type="sldNum" idx="12"/>
          </p:nvPr>
        </p:nvSpPr>
        <p:spPr/>
        <p:txBody>
          <a:bodyPr/>
          <a:lstStyle>
            <a:lvl1pPr>
              <a:defRPr/>
            </a:lvl1pPr>
          </a:lstStyle>
          <a:p>
            <a:fld id="{00000001-0000-0000-0000-000000000000}" type="slidenum">
              <a:rPr lang="en-US" altLang="en-US"/>
              <a:t>‹#›</a:t>
            </a:fld>
            <a:endParaRPr lang="en-US" altLang="en-US"/>
          </a:p>
        </p:txBody>
      </p:sp>
    </p:spTree>
    <p:extLst>
      <p:ext uri="{BB962C8B-B14F-4D97-AF65-F5344CB8AC3E}">
        <p14:creationId val="64345424"/>
      </p:ext>
    </p:extLst>
  </p:cSld>
  <p:clrMapOvr>
    <a:masterClrMapping/>
  </p:clrMapOvr>
  <p:transition/>
  <p:timing/>
</p:sldLayout>
</file>

<file path=ppt/slideLayouts/slideLayout22.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vertTitleAndTx" preserve="1">
  <p:cSld name="Vertical Title and Text">
    <p:spTree>
      <p:nvGrpSpPr>
        <p:cNvPr id="1" name=""/>
        <p:cNvGrpSpPr/>
        <p:nvPr/>
      </p:nvGrpSpPr>
      <p:grpSpPr>
        <a:xfrm>
          <a:off x="0" y="0"/>
          <a:ext cx="0" cy="0"/>
        </a:xfrm>
      </p:grpSpPr>
      <p:sp>
        <p:nvSpPr>
          <p:cNvPr id="2" name="Vertical Title 1">
            <a:extLst>
              <a:ext uri="{FF2B5EF4-FFF2-40B4-BE49-F238E27FC236}">
                <a16:creationId xmlns:a16="http://schemas.microsoft.com/office/drawing/2014/main" id="{F4DCE832-4EE5-4698-8FE7-28459AFABE0D}"/>
              </a:ext>
            </a:extLst>
          </p:cNvPr>
          <p:cNvSpPr>
            <a:spLocks noGrp="1"/>
          </p:cNvSpPr>
          <p:nvPr>
            <p:ph type="title" orient="vert"/>
          </p:nvPr>
        </p:nvSpPr>
        <p:spPr>
          <a:xfrm>
            <a:off x="7307263" y="576263"/>
            <a:ext cx="2266950" cy="5607050"/>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3AC0DDBC-CD27-4AEC-8DE3-CAEC9BD2B352}"/>
              </a:ext>
            </a:extLst>
          </p:cNvPr>
          <p:cNvSpPr>
            <a:spLocks noGrp="1"/>
          </p:cNvSpPr>
          <p:nvPr>
            <p:ph type="body" orient="vert" idx="1"/>
          </p:nvPr>
        </p:nvSpPr>
        <p:spPr>
          <a:xfrm>
            <a:off x="503238" y="576263"/>
            <a:ext cx="6651625" cy="56070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D5B859A-2676-484C-8D2E-1202369BBEF3}"/>
              </a:ext>
            </a:extLst>
          </p:cNvPr>
          <p:cNvSpPr>
            <a:spLocks noGrp="1"/>
          </p:cNvSpPr>
          <p:nvPr>
            <p:ph type="dt" idx="10"/>
          </p:nvPr>
        </p:nvSpPr>
        <p:spPr/>
        <p:txBody>
          <a:bodyPr/>
          <a:lstStyle>
            <a:lvl1pPr>
              <a:defRPr/>
            </a:lvl1pPr>
          </a:lstStyle>
          <a:p>
            <a:endParaRPr lang="en-US" altLang="en-US"/>
          </a:p>
        </p:txBody>
      </p:sp>
      <p:sp>
        <p:nvSpPr>
          <p:cNvPr id="5" name="Footer Placeholder 4">
            <a:extLst>
              <a:ext uri="{FF2B5EF4-FFF2-40B4-BE49-F238E27FC236}">
                <a16:creationId xmlns:a16="http://schemas.microsoft.com/office/drawing/2014/main" id="{5CC0B4BA-AB05-4F78-9861-0A9B070187EE}"/>
              </a:ext>
            </a:extLst>
          </p:cNvPr>
          <p:cNvSpPr>
            <a:spLocks noGrp="1"/>
          </p:cNvSpPr>
          <p:nvPr>
            <p:ph type="ftr" idx="11"/>
          </p:nvPr>
        </p:nvSpPr>
        <p:spPr/>
        <p:txBody>
          <a:bodyPr/>
          <a:lstStyle>
            <a:lvl1pPr>
              <a:defRPr/>
            </a:lvl1pPr>
          </a:lstStyle>
          <a:p>
            <a:endParaRPr lang="en-US" altLang="en-US"/>
          </a:p>
        </p:txBody>
      </p:sp>
      <p:sp>
        <p:nvSpPr>
          <p:cNvPr id="6" name="Slide Number Placeholder 5">
            <a:extLst>
              <a:ext uri="{FF2B5EF4-FFF2-40B4-BE49-F238E27FC236}">
                <a16:creationId xmlns:a16="http://schemas.microsoft.com/office/drawing/2014/main" id="{5328F3DA-EAE9-4976-8CF0-B43ADB2FD7CC}"/>
              </a:ext>
            </a:extLst>
          </p:cNvPr>
          <p:cNvSpPr>
            <a:spLocks noGrp="1"/>
          </p:cNvSpPr>
          <p:nvPr>
            <p:ph type="sldNum" idx="12"/>
          </p:nvPr>
        </p:nvSpPr>
        <p:spPr/>
        <p:txBody>
          <a:bodyPr/>
          <a:lstStyle>
            <a:lvl1pPr>
              <a:defRPr/>
            </a:lvl1pPr>
          </a:lstStyle>
          <a:p>
            <a:fld id="{00000001-0000-0000-0000-000000000000}" type="slidenum">
              <a:rPr lang="en-US" altLang="en-US"/>
              <a:t>‹#›</a:t>
            </a:fld>
            <a:endParaRPr lang="en-US" altLang="en-US"/>
          </a:p>
        </p:txBody>
      </p:sp>
    </p:spTree>
    <p:extLst>
      <p:ext uri="{BB962C8B-B14F-4D97-AF65-F5344CB8AC3E}">
        <p14:creationId val="3148043480"/>
      </p:ext>
    </p:extLst>
  </p:cSld>
  <p:clrMapOvr>
    <a:masterClrMapping/>
  </p:clrMapOvr>
  <p:transition/>
  <p:timing/>
</p:sldLayout>
</file>

<file path=ppt/slideLayouts/slideLayout23.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reserve="1">
  <p:cSld name="Custom Layout">
    <p:spTree>
      <p:nvGrpSpPr>
        <p:cNvPr id="1" name=""/>
        <p:cNvGrpSpPr/>
        <p:nvPr/>
      </p:nvGrpSpPr>
      <p:grpSpPr>
        <a:xfrm>
          <a:off x="0" y="0"/>
          <a:ext cx="0" cy="0"/>
        </a:xfrm>
      </p:grpSpPr>
      <p:sp>
        <p:nvSpPr>
          <p:cNvPr id="2" name="Title 1">
            <a:extLst>
              <a:ext uri="{FF2B5EF4-FFF2-40B4-BE49-F238E27FC236}">
                <a16:creationId xmlns:a16="http://schemas.microsoft.com/office/drawing/2014/main" id="{C632C24E-DD43-4155-B96D-C735E6198282}"/>
              </a:ext>
            </a:extLst>
          </p:cNvPr>
          <p:cNvSpPr>
            <a:spLocks noGrp="1"/>
          </p:cNvSpPr>
          <p:nvPr>
            <p:ph type="title"/>
          </p:nvPr>
        </p:nvSpPr>
        <p:spPr>
          <a:xfrm>
            <a:off x="503238" y="576263"/>
            <a:ext cx="7197725" cy="719137"/>
          </a:xfrm>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8E9093E5-B06A-4AC9-8982-6A2A1EEC86AB}"/>
              </a:ext>
            </a:extLst>
          </p:cNvPr>
          <p:cNvSpPr>
            <a:spLocks noGrp="1"/>
          </p:cNvSpPr>
          <p:nvPr>
            <p:ph type="dt" idx="10"/>
          </p:nvPr>
        </p:nvSpPr>
        <p:spPr>
          <a:xfrm>
            <a:off x="503238" y="6886575"/>
            <a:ext cx="2346325" cy="519113"/>
          </a:xfrm>
        </p:spPr>
        <p:txBody>
          <a:bodyPr/>
          <a:lstStyle>
            <a:lvl1pPr>
              <a:defRPr/>
            </a:lvl1pPr>
          </a:lstStyle>
          <a:p>
            <a:endParaRPr lang="en-US" altLang="en-US"/>
          </a:p>
        </p:txBody>
      </p:sp>
      <p:sp>
        <p:nvSpPr>
          <p:cNvPr id="4" name="Footer Placeholder 3">
            <a:extLst>
              <a:ext uri="{FF2B5EF4-FFF2-40B4-BE49-F238E27FC236}">
                <a16:creationId xmlns:a16="http://schemas.microsoft.com/office/drawing/2014/main" id="{F4CDF3F0-124F-43E3-A82D-DC29BA40641A}"/>
              </a:ext>
            </a:extLst>
          </p:cNvPr>
          <p:cNvSpPr>
            <a:spLocks noGrp="1"/>
          </p:cNvSpPr>
          <p:nvPr>
            <p:ph type="ftr" idx="11"/>
          </p:nvPr>
        </p:nvSpPr>
        <p:spPr>
          <a:xfrm>
            <a:off x="3448050" y="6886575"/>
            <a:ext cx="3194050" cy="519113"/>
          </a:xfrm>
        </p:spPr>
        <p:txBody>
          <a:bodyPr/>
          <a:lstStyle>
            <a:lvl1pPr>
              <a:defRPr/>
            </a:lvl1pPr>
          </a:lstStyle>
          <a:p>
            <a:endParaRPr lang="en-US" altLang="en-US"/>
          </a:p>
        </p:txBody>
      </p:sp>
      <p:sp>
        <p:nvSpPr>
          <p:cNvPr id="5" name="Slide Number Placeholder 4">
            <a:extLst>
              <a:ext uri="{FF2B5EF4-FFF2-40B4-BE49-F238E27FC236}">
                <a16:creationId xmlns:a16="http://schemas.microsoft.com/office/drawing/2014/main" id="{A1A3701C-8B9E-4AE8-8AE1-AB1CEC988F54}"/>
              </a:ext>
            </a:extLst>
          </p:cNvPr>
          <p:cNvSpPr>
            <a:spLocks noGrp="1"/>
          </p:cNvSpPr>
          <p:nvPr>
            <p:ph type="sldNum" idx="12"/>
          </p:nvPr>
        </p:nvSpPr>
        <p:spPr>
          <a:xfrm>
            <a:off x="7226300" y="6886575"/>
            <a:ext cx="2346325" cy="519113"/>
          </a:xfrm>
        </p:spPr>
        <p:txBody>
          <a:bodyPr/>
          <a:lstStyle>
            <a:lvl1pPr>
              <a:defRPr/>
            </a:lvl1pPr>
          </a:lstStyle>
          <a:p>
            <a:fld id="{00000001-0000-0000-0000-000000000000}" type="slidenum">
              <a:rPr lang="en-US" altLang="en-US"/>
              <a:t>‹#›</a:t>
            </a:fld>
            <a:endParaRPr lang="en-US" altLang="en-US"/>
          </a:p>
        </p:txBody>
      </p:sp>
    </p:spTree>
    <p:extLst>
      <p:ext uri="{BB962C8B-B14F-4D97-AF65-F5344CB8AC3E}">
        <p14:creationId val="3872515857"/>
      </p:ext>
    </p:extLst>
  </p:cSld>
  <p:clrMapOvr>
    <a:masterClrMapping/>
  </p:clrMapOvr>
  <p:transition/>
  <p:timing/>
</p:sldLayout>
</file>

<file path=ppt/slideMasters/_rels/slideMaster1.xml.rels>&#65279;<?xml version="1.0" encoding="utf-8" standalone="yes"?><Relationships xmlns="http://schemas.openxmlformats.org/package/2006/relationships"><Relationship Id="DeterministicId1" Type="http://schemas.openxmlformats.org/officeDocument/2006/relationships/slideLayout" Target="../slideLayouts/slideLayout1.xml" /><Relationship Id="DeterministicId2" Type="http://schemas.openxmlformats.org/officeDocument/2006/relationships/slideLayout" Target="../slideLayouts/slideLayout10.xml" /><Relationship Id="DeterministicId3" Type="http://schemas.openxmlformats.org/officeDocument/2006/relationships/slideLayout" Target="../slideLayouts/slideLayout11.xml" /><Relationship Id="DeterministicId4" Type="http://schemas.openxmlformats.org/officeDocument/2006/relationships/slideLayout" Target="../slideLayouts/slideLayout2.xml" /><Relationship Id="DeterministicId5" Type="http://schemas.openxmlformats.org/officeDocument/2006/relationships/slideLayout" Target="../slideLayouts/slideLayout3.xml" /><Relationship Id="DeterministicId6" Type="http://schemas.openxmlformats.org/officeDocument/2006/relationships/slideLayout" Target="../slideLayouts/slideLayout4.xml" /><Relationship Id="DeterministicId7" Type="http://schemas.openxmlformats.org/officeDocument/2006/relationships/slideLayout" Target="../slideLayouts/slideLayout5.xml" /><Relationship Id="DeterministicId8" Type="http://schemas.openxmlformats.org/officeDocument/2006/relationships/slideLayout" Target="../slideLayouts/slideLayout6.xml" /><Relationship Id="DeterministicId9" Type="http://schemas.openxmlformats.org/officeDocument/2006/relationships/slideLayout" Target="../slideLayouts/slideLayout7.xml" /><Relationship Id="DeterministicId10" Type="http://schemas.openxmlformats.org/officeDocument/2006/relationships/slideLayout" Target="../slideLayouts/slideLayout8.xml" /><Relationship Id="DeterministicId11" Type="http://schemas.openxmlformats.org/officeDocument/2006/relationships/slideLayout" Target="../slideLayouts/slideLayout9.xml" /><Relationship Id="DeterministicId12" Type="http://schemas.openxmlformats.org/officeDocument/2006/relationships/theme" Target="../theme/theme1.xml" /></Relationships>
</file>

<file path=ppt/slideMasters/_rels/slideMaster2.xml.rels>&#65279;<?xml version="1.0" encoding="utf-8" standalone="yes"?><Relationships xmlns="http://schemas.openxmlformats.org/package/2006/relationships"><Relationship Id="DeterministicId1" Type="http://schemas.openxmlformats.org/officeDocument/2006/relationships/image" Target="../media/image1.png" /><Relationship Id="DeterministicId2" Type="http://schemas.openxmlformats.org/officeDocument/2006/relationships/slideLayout" Target="../slideLayouts/slideLayout12.xml" /><Relationship Id="DeterministicId3" Type="http://schemas.openxmlformats.org/officeDocument/2006/relationships/slideLayout" Target="../slideLayouts/slideLayout13.xml" /><Relationship Id="DeterministicId4" Type="http://schemas.openxmlformats.org/officeDocument/2006/relationships/slideLayout" Target="../slideLayouts/slideLayout14.xml" /><Relationship Id="DeterministicId5" Type="http://schemas.openxmlformats.org/officeDocument/2006/relationships/slideLayout" Target="../slideLayouts/slideLayout15.xml" /><Relationship Id="DeterministicId6" Type="http://schemas.openxmlformats.org/officeDocument/2006/relationships/slideLayout" Target="../slideLayouts/slideLayout16.xml" /><Relationship Id="DeterministicId7" Type="http://schemas.openxmlformats.org/officeDocument/2006/relationships/slideLayout" Target="../slideLayouts/slideLayout17.xml" /><Relationship Id="DeterministicId8" Type="http://schemas.openxmlformats.org/officeDocument/2006/relationships/slideLayout" Target="../slideLayouts/slideLayout18.xml" /><Relationship Id="DeterministicId9" Type="http://schemas.openxmlformats.org/officeDocument/2006/relationships/slideLayout" Target="../slideLayouts/slideLayout19.xml" /><Relationship Id="DeterministicId10" Type="http://schemas.openxmlformats.org/officeDocument/2006/relationships/slideLayout" Target="../slideLayouts/slideLayout20.xml" /><Relationship Id="DeterministicId11" Type="http://schemas.openxmlformats.org/officeDocument/2006/relationships/slideLayout" Target="../slideLayouts/slideLayout21.xml" /><Relationship Id="DeterministicId12" Type="http://schemas.openxmlformats.org/officeDocument/2006/relationships/slideLayout" Target="../slideLayouts/slideLayout22.xml" /><Relationship Id="DeterministicId13" Type="http://schemas.openxmlformats.org/officeDocument/2006/relationships/slideLayout" Target="../slideLayouts/slideLayout23.xml" /><Relationship Id="DeterministicId14" Type="http://schemas.openxmlformats.org/officeDocument/2006/relationships/theme" Target="../theme/theme2.xml" /></Relationships>
</file>

<file path=ppt/slideMasters/slideMaster1.xml><?xml version="1.0" encoding="utf-8"?>
<p:sldMaster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p:bg>
      <p:bgPr>
        <a:solidFill>
          <a:srgbClr val="FFFFFF"/>
        </a:solidFill>
        <a:effectLst/>
      </p:bgPr>
    </p:bg>
    <p:spTree>
      <p:nvGrpSpPr>
        <p:cNvPr id="1" name=""/>
        <p:cNvGrpSpPr/>
        <p:nvPr/>
      </p:nvGrpSpPr>
      <p:grpSpPr>
        <a:xfrm>
          <a:off x="0" y="0"/>
          <a:ext cx="0" cy="0"/>
        </a:xfrm>
      </p:grpSpPr>
      <p:sp>
        <p:nvSpPr>
          <p:cNvPr id="1025" name="Rectangle 1">
            <a:extLst>
              <a:ext uri="{FF2B5EF4-FFF2-40B4-BE49-F238E27FC236}">
                <a16:creationId xmlns:a16="http://schemas.microsoft.com/office/drawing/2014/main" id="{3F212314-6A6D-4526-899D-1ED76F662F16}"/>
              </a:ext>
            </a:extLst>
          </p:cNvPr>
          <p:cNvSpPr>
            <a:spLocks noGrp="1" noChangeArrowheads="1"/>
          </p:cNvSpPr>
          <p:nvPr>
            <p:ph type="title"/>
          </p:nvPr>
        </p:nvSpPr>
        <p:spPr bwMode="auto">
          <a:xfrm>
            <a:off x="503238" y="301625"/>
            <a:ext cx="9069387" cy="12604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bodyPr>
          <a:lstStyle/>
          <a:p>
            <a:pPr lvl="0"/>
            <a:r>
              <a:rPr lang="en-GB" altLang="en-US"/>
              <a:t>Click to edit the title text format</a:t>
            </a:r>
          </a:p>
        </p:txBody>
      </p:sp>
      <p:sp>
        <p:nvSpPr>
          <p:cNvPr id="1026" name="Rectangle 2">
            <a:extLst>
              <a:ext uri="{FF2B5EF4-FFF2-40B4-BE49-F238E27FC236}">
                <a16:creationId xmlns:a16="http://schemas.microsoft.com/office/drawing/2014/main" id="{E44C3108-CC5C-4E4C-AD30-FF17D58CAEE1}"/>
              </a:ext>
            </a:extLst>
          </p:cNvPr>
          <p:cNvSpPr>
            <a:spLocks noGrp="1" noChangeArrowheads="1"/>
          </p:cNvSpPr>
          <p:nvPr>
            <p:ph type="body" idx="1"/>
          </p:nvPr>
        </p:nvSpPr>
        <p:spPr bwMode="auto">
          <a:xfrm>
            <a:off x="503238" y="1768475"/>
            <a:ext cx="9069387" cy="43830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24192" rIns="0" bIns="0" numCol="1" anchor="t" anchorCtr="0" compatLnSpc="1">
            <a:prstTxWarp prst="textNoShape">
              <a:avLst/>
            </a:prstTxWarp>
          </a:bodyPr>
          <a:lstStyle/>
          <a:p>
            <a:pPr lvl="0"/>
            <a:r>
              <a:rPr lang="en-GB" altLang="en-US"/>
              <a:t>Click to edit the outline text format</a:t>
            </a:r>
          </a:p>
          <a:p>
            <a:pPr lvl="1"/>
            <a:r>
              <a:rPr lang="en-GB" altLang="en-US"/>
              <a:t>Second Outline Level</a:t>
            </a:r>
          </a:p>
          <a:p>
            <a:pPr lvl="2"/>
            <a:r>
              <a:rPr lang="en-GB" altLang="en-US"/>
              <a:t>Third Outline Level</a:t>
            </a:r>
          </a:p>
          <a:p>
            <a:pPr lvl="3"/>
            <a:r>
              <a:rPr lang="en-GB" altLang="en-US"/>
              <a:t>Fourth Outline Level</a:t>
            </a:r>
          </a:p>
          <a:p>
            <a:pPr lvl="4"/>
            <a:r>
              <a:rPr lang="en-GB" altLang="en-US"/>
              <a:t>Fifth Outline Level</a:t>
            </a:r>
          </a:p>
          <a:p>
            <a:pPr lvl="4"/>
            <a:r>
              <a:rPr lang="en-GB" altLang="en-US"/>
              <a:t>Sixth Outline Level</a:t>
            </a:r>
          </a:p>
          <a:p>
            <a:pPr lvl="4"/>
            <a:r>
              <a:rPr lang="en-GB" altLang="en-US"/>
              <a:t>Seventh Outline Level</a:t>
            </a:r>
          </a:p>
        </p:txBody>
      </p:sp>
      <p:sp>
        <p:nvSpPr>
          <p:cNvPr id="1027" name="Rectangle 3">
            <a:extLst>
              <a:ext uri="{FF2B5EF4-FFF2-40B4-BE49-F238E27FC236}">
                <a16:creationId xmlns:a16="http://schemas.microsoft.com/office/drawing/2014/main" id="{00BFAA14-2C3F-4FA4-99DF-65280116CCCD}"/>
              </a:ext>
            </a:extLst>
          </p:cNvPr>
          <p:cNvSpPr>
            <a:spLocks noGrp="1" noChangeArrowheads="1"/>
          </p:cNvSpPr>
          <p:nvPr>
            <p:ph type="dt" idx="2"/>
          </p:nvPr>
        </p:nvSpPr>
        <p:spPr bwMode="auto">
          <a:xfrm>
            <a:off x="503238" y="6886575"/>
            <a:ext cx="2346325" cy="5191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t" anchorCtr="0" compatLnSpc="1">
            <a:prstTxWarp prst="textNoShape">
              <a:avLst/>
            </a:prstTxWarp>
          </a:bodyPr>
          <a:lstStyle>
            <a:lvl1pPr>
              <a:lnSpc>
                <a:spcPct val="93000"/>
              </a:lnSpc>
              <a:tabLst>
                <a:tab pos="457200"/>
                <a:tab pos="914400"/>
                <a:tab pos="1371600"/>
                <a:tab pos="1828800"/>
                <a:tab pos="2286000"/>
              </a:tabLst>
              <a:defRPr sz="1400">
                <a:solidFill>
                  <a:srgbClr val="000000"/>
                </a:solidFill>
                <a:latin typeface="Times New Roman" panose="02020603050405020304" pitchFamily="18" charset="0"/>
                <a:cs typeface="DejaVu Sans" charset="0"/>
              </a:defRPr>
            </a:lvl1pPr>
          </a:lstStyle>
          <a:p>
            <a:endParaRPr lang="en-US" altLang="en-US"/>
          </a:p>
        </p:txBody>
      </p:sp>
      <p:sp>
        <p:nvSpPr>
          <p:cNvPr id="1028" name="Rectangle 4">
            <a:extLst>
              <a:ext uri="{FF2B5EF4-FFF2-40B4-BE49-F238E27FC236}">
                <a16:creationId xmlns:a16="http://schemas.microsoft.com/office/drawing/2014/main" id="{391D8325-2964-4C2B-A96A-EA773A8C51FE}"/>
              </a:ext>
            </a:extLst>
          </p:cNvPr>
          <p:cNvSpPr>
            <a:spLocks noGrp="1" noChangeArrowheads="1"/>
          </p:cNvSpPr>
          <p:nvPr>
            <p:ph type="ftr" idx="3"/>
          </p:nvPr>
        </p:nvSpPr>
        <p:spPr bwMode="auto">
          <a:xfrm>
            <a:off x="3448050" y="6886575"/>
            <a:ext cx="3194050" cy="5191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t" anchorCtr="0" compatLnSpc="1">
            <a:prstTxWarp prst="textNoShape">
              <a:avLst/>
            </a:prstTxWarp>
          </a:bodyPr>
          <a:lstStyle>
            <a:lvl1pPr algn="ctr">
              <a:lnSpc>
                <a:spcPct val="93000"/>
              </a:lnSpc>
              <a:tabLst>
                <a:tab pos="457200"/>
                <a:tab pos="914400"/>
                <a:tab pos="1371600"/>
                <a:tab pos="1828800"/>
                <a:tab pos="2286000"/>
                <a:tab pos="2743200"/>
              </a:tabLst>
              <a:defRPr sz="1400">
                <a:solidFill>
                  <a:srgbClr val="000000"/>
                </a:solidFill>
                <a:latin typeface="Times New Roman" panose="02020603050405020304" pitchFamily="18" charset="0"/>
                <a:cs typeface="DejaVu Sans" charset="0"/>
              </a:defRPr>
            </a:lvl1pPr>
          </a:lstStyle>
          <a:p>
            <a:endParaRPr lang="en-US" altLang="en-US"/>
          </a:p>
        </p:txBody>
      </p:sp>
      <p:sp>
        <p:nvSpPr>
          <p:cNvPr id="1029" name="Rectangle 5">
            <a:extLst>
              <a:ext uri="{FF2B5EF4-FFF2-40B4-BE49-F238E27FC236}">
                <a16:creationId xmlns:a16="http://schemas.microsoft.com/office/drawing/2014/main" id="{3947D94F-EB41-499A-9A9E-4F88A3034B4A}"/>
              </a:ext>
            </a:extLst>
          </p:cNvPr>
          <p:cNvSpPr>
            <a:spLocks noGrp="1" noChangeArrowheads="1"/>
          </p:cNvSpPr>
          <p:nvPr>
            <p:ph type="sldNum" idx="4"/>
          </p:nvPr>
        </p:nvSpPr>
        <p:spPr bwMode="auto">
          <a:xfrm>
            <a:off x="7227888" y="6886575"/>
            <a:ext cx="2346325" cy="5191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t" anchorCtr="0" compatLnSpc="1">
            <a:prstTxWarp prst="textNoShape">
              <a:avLst/>
            </a:prstTxWarp>
          </a:bodyPr>
          <a:lstStyle>
            <a:lvl1pPr algn="r">
              <a:lnSpc>
                <a:spcPct val="93000"/>
              </a:lnSpc>
              <a:tabLst>
                <a:tab pos="457200"/>
                <a:tab pos="914400"/>
                <a:tab pos="1371600"/>
                <a:tab pos="1828800"/>
                <a:tab pos="2286000"/>
              </a:tabLst>
              <a:defRPr sz="1400">
                <a:solidFill>
                  <a:srgbClr val="000000"/>
                </a:solidFill>
                <a:latin typeface="Times New Roman" panose="02020603050405020304" pitchFamily="18" charset="0"/>
                <a:cs typeface="DejaVu Sans" charset="0"/>
              </a:defRPr>
            </a:lvl1pPr>
          </a:lstStyle>
          <a:p>
            <a:fld id="{00000001-0000-0000-0000-000000000000}" type="slidenum">
              <a:rPr lang="en-US" altLang="en-US"/>
              <a:t>‹#›</a:t>
            </a:fld>
            <a:endParaRPr lang="en-US" altLang="en-US"/>
          </a:p>
        </p:txBody>
      </p:sp>
    </p:spTree>
  </p:cSld>
  <p:clrMap bg1="lt1" tx1="dk1" bg2="lt2" tx2="dk2" accent1="accent1" accent2="accent2" accent3="accent3" accent4="accent4" accent5="accent5" accent6="accent6" hlink="hlink" folHlink="folHlink"/>
  <p:sldLayoutIdLst>
    <p:sldLayoutId id="2147483650" r:id="DeterministicId1"/>
    <p:sldLayoutId id="2147483651" r:id="DeterministicId4"/>
    <p:sldLayoutId id="2147483652" r:id="DeterministicId5"/>
    <p:sldLayoutId id="2147483653" r:id="DeterministicId6"/>
    <p:sldLayoutId id="2147483654" r:id="DeterministicId7"/>
    <p:sldLayoutId id="2147483655" r:id="DeterministicId8"/>
    <p:sldLayoutId id="2147483656" r:id="DeterministicId9"/>
    <p:sldLayoutId id="2147483657" r:id="DeterministicId10"/>
    <p:sldLayoutId id="2147483658" r:id="DeterministicId11"/>
    <p:sldLayoutId id="2147483659" r:id="DeterministicId2"/>
    <p:sldLayoutId id="2147483660" r:id="DeterministicId3"/>
  </p:sldLayoutIdLst>
  <p:transition/>
  <p:timing/>
  <p:txStyles>
    <p:titleStyle>
      <a:lvl1pPr algn="ctr" defTabSz="457200" rtl="0" fontAlgn="base" hangingPunct="0">
        <a:lnSpc>
          <a:spcPct val="94000"/>
        </a:lnSpc>
        <a:spcBef>
          <a:spcPct val="0"/>
        </a:spcBef>
        <a:spcAft>
          <a:spcPct val="0"/>
        </a:spcAft>
        <a:buClr>
          <a:srgbClr val="000000"/>
        </a:buClr>
        <a:buSzTx/>
        <a:buFont typeface="Times New Roman" panose="02020603050405020304" pitchFamily="18" charset="0"/>
        <a:defRPr sz="4400" kern="1200">
          <a:solidFill>
            <a:srgbClr val="000000"/>
          </a:solidFill>
          <a:latin typeface="+mj-lt"/>
          <a:ea typeface="+mj-ea"/>
          <a:cs typeface="+mj-cs"/>
        </a:defRPr>
      </a:lvl1pPr>
      <a:lvl2pPr marL="742950" indent="-285750" algn="ctr" defTabSz="457200" rtl="0" fontAlgn="base" hangingPunct="0">
        <a:lnSpc>
          <a:spcPct val="94000"/>
        </a:lnSpc>
        <a:spcBef>
          <a:spcPct val="0"/>
        </a:spcBef>
        <a:spcAft>
          <a:spcPct val="0"/>
        </a:spcAft>
        <a:buClr>
          <a:srgbClr val="000000"/>
        </a:buClr>
        <a:buSzTx/>
        <a:buFont typeface="Times New Roman" panose="02020603050405020304" pitchFamily="18" charset="0"/>
        <a:defRPr sz="4400">
          <a:solidFill>
            <a:srgbClr val="000000"/>
          </a:solidFill>
          <a:latin typeface="Arial" panose="020b0604020202020204" pitchFamily="34" charset="0"/>
          <a:cs typeface="Droid Sans Fallback"/>
        </a:defRPr>
      </a:lvl2pPr>
      <a:lvl3pPr marL="1143000" indent="-228600" algn="ctr" defTabSz="457200" rtl="0" fontAlgn="base" hangingPunct="0">
        <a:lnSpc>
          <a:spcPct val="94000"/>
        </a:lnSpc>
        <a:spcBef>
          <a:spcPct val="0"/>
        </a:spcBef>
        <a:spcAft>
          <a:spcPct val="0"/>
        </a:spcAft>
        <a:buClr>
          <a:srgbClr val="000000"/>
        </a:buClr>
        <a:buSzTx/>
        <a:buFont typeface="Times New Roman" panose="02020603050405020304" pitchFamily="18" charset="0"/>
        <a:defRPr sz="4400">
          <a:solidFill>
            <a:srgbClr val="000000"/>
          </a:solidFill>
          <a:latin typeface="Arial" panose="020b0604020202020204" pitchFamily="34" charset="0"/>
          <a:cs typeface="Droid Sans Fallback"/>
        </a:defRPr>
      </a:lvl3pPr>
      <a:lvl4pPr marL="1600200" indent="-228600" algn="ctr" defTabSz="457200" rtl="0" fontAlgn="base" hangingPunct="0">
        <a:lnSpc>
          <a:spcPct val="94000"/>
        </a:lnSpc>
        <a:spcBef>
          <a:spcPct val="0"/>
        </a:spcBef>
        <a:spcAft>
          <a:spcPct val="0"/>
        </a:spcAft>
        <a:buClr>
          <a:srgbClr val="000000"/>
        </a:buClr>
        <a:buSzTx/>
        <a:buFont typeface="Times New Roman" panose="02020603050405020304" pitchFamily="18" charset="0"/>
        <a:defRPr sz="4400">
          <a:solidFill>
            <a:srgbClr val="000000"/>
          </a:solidFill>
          <a:latin typeface="Arial" panose="020b0604020202020204" pitchFamily="34" charset="0"/>
          <a:cs typeface="Droid Sans Fallback"/>
        </a:defRPr>
      </a:lvl4pPr>
      <a:lvl5pPr marL="2057400" indent="-228600" algn="ctr" defTabSz="457200" rtl="0" fontAlgn="base" hangingPunct="0">
        <a:lnSpc>
          <a:spcPct val="94000"/>
        </a:lnSpc>
        <a:spcBef>
          <a:spcPct val="0"/>
        </a:spcBef>
        <a:spcAft>
          <a:spcPct val="0"/>
        </a:spcAft>
        <a:buClr>
          <a:srgbClr val="000000"/>
        </a:buClr>
        <a:buSzTx/>
        <a:buFont typeface="Times New Roman" panose="02020603050405020304" pitchFamily="18" charset="0"/>
        <a:defRPr sz="4400">
          <a:solidFill>
            <a:srgbClr val="000000"/>
          </a:solidFill>
          <a:latin typeface="Arial" panose="020b0604020202020204" pitchFamily="34" charset="0"/>
          <a:cs typeface="Droid Sans Fallback"/>
        </a:defRPr>
      </a:lvl5pPr>
      <a:lvl6pPr marL="2514600" indent="-228600" algn="ctr" defTabSz="457200" rtl="0" fontAlgn="base" hangingPunct="0">
        <a:lnSpc>
          <a:spcPct val="94000"/>
        </a:lnSpc>
        <a:spcBef>
          <a:spcPct val="0"/>
        </a:spcBef>
        <a:spcAft>
          <a:spcPct val="0"/>
        </a:spcAft>
        <a:buClr>
          <a:srgbClr val="000000"/>
        </a:buClr>
        <a:buSzTx/>
        <a:buFont typeface="Times New Roman" panose="02020603050405020304" pitchFamily="18" charset="0"/>
        <a:defRPr sz="4400">
          <a:solidFill>
            <a:srgbClr val="000000"/>
          </a:solidFill>
          <a:latin typeface="Arial" panose="020b0604020202020204" pitchFamily="34" charset="0"/>
          <a:cs typeface="Droid Sans Fallback"/>
        </a:defRPr>
      </a:lvl6pPr>
      <a:lvl7pPr marL="2971800" indent="-228600" algn="ctr" defTabSz="457200" rtl="0" fontAlgn="base" hangingPunct="0">
        <a:lnSpc>
          <a:spcPct val="94000"/>
        </a:lnSpc>
        <a:spcBef>
          <a:spcPct val="0"/>
        </a:spcBef>
        <a:spcAft>
          <a:spcPct val="0"/>
        </a:spcAft>
        <a:buClr>
          <a:srgbClr val="000000"/>
        </a:buClr>
        <a:buSzTx/>
        <a:buFont typeface="Times New Roman" panose="02020603050405020304" pitchFamily="18" charset="0"/>
        <a:defRPr sz="4400">
          <a:solidFill>
            <a:srgbClr val="000000"/>
          </a:solidFill>
          <a:latin typeface="Arial" panose="020b0604020202020204" pitchFamily="34" charset="0"/>
          <a:cs typeface="Droid Sans Fallback"/>
        </a:defRPr>
      </a:lvl7pPr>
      <a:lvl8pPr marL="3429000" indent="-228600" algn="ctr" defTabSz="457200" rtl="0" fontAlgn="base" hangingPunct="0">
        <a:lnSpc>
          <a:spcPct val="94000"/>
        </a:lnSpc>
        <a:spcBef>
          <a:spcPct val="0"/>
        </a:spcBef>
        <a:spcAft>
          <a:spcPct val="0"/>
        </a:spcAft>
        <a:buClr>
          <a:srgbClr val="000000"/>
        </a:buClr>
        <a:buSzTx/>
        <a:buFont typeface="Times New Roman" panose="02020603050405020304" pitchFamily="18" charset="0"/>
        <a:defRPr sz="4400">
          <a:solidFill>
            <a:srgbClr val="000000"/>
          </a:solidFill>
          <a:latin typeface="Arial" panose="020b0604020202020204" pitchFamily="34" charset="0"/>
          <a:cs typeface="Droid Sans Fallback"/>
        </a:defRPr>
      </a:lvl8pPr>
      <a:lvl9pPr marL="3886200" indent="-228600" algn="ctr" defTabSz="457200" rtl="0" fontAlgn="base" hangingPunct="0">
        <a:lnSpc>
          <a:spcPct val="94000"/>
        </a:lnSpc>
        <a:spcBef>
          <a:spcPct val="0"/>
        </a:spcBef>
        <a:spcAft>
          <a:spcPct val="0"/>
        </a:spcAft>
        <a:buClr>
          <a:srgbClr val="000000"/>
        </a:buClr>
        <a:buSzTx/>
        <a:buFont typeface="Times New Roman" panose="02020603050405020304" pitchFamily="18" charset="0"/>
        <a:defRPr sz="4400">
          <a:solidFill>
            <a:srgbClr val="000000"/>
          </a:solidFill>
          <a:latin typeface="Arial" panose="020b0604020202020204" pitchFamily="34" charset="0"/>
          <a:cs typeface="Droid Sans Fallback"/>
        </a:defRPr>
      </a:lvl9pPr>
    </p:titleStyle>
    <p:bodyStyle>
      <a:lvl1pPr marL="342900" indent="-342900" algn="l" defTabSz="457200" rtl="0" fontAlgn="base" hangingPunct="0">
        <a:lnSpc>
          <a:spcPct val="94000"/>
        </a:lnSpc>
        <a:spcBef>
          <a:spcPct val="0"/>
        </a:spcBef>
        <a:spcAft>
          <a:spcPts val="1425"/>
        </a:spcAft>
        <a:buClr>
          <a:srgbClr val="000000"/>
        </a:buClr>
        <a:buSzTx/>
        <a:buFont typeface="Times New Roman" panose="02020603050405020304" pitchFamily="18" charset="0"/>
        <a:defRPr sz="3200" kern="1200">
          <a:solidFill>
            <a:srgbClr val="000000"/>
          </a:solidFill>
          <a:latin typeface="+mn-lt"/>
          <a:ea typeface="+mn-ea"/>
          <a:cs typeface="+mn-cs"/>
        </a:defRPr>
      </a:lvl1pPr>
      <a:lvl2pPr marL="742950" indent="-285750" algn="l" defTabSz="457200" rtl="0" fontAlgn="base" hangingPunct="0">
        <a:lnSpc>
          <a:spcPct val="94000"/>
        </a:lnSpc>
        <a:spcBef>
          <a:spcPct val="0"/>
        </a:spcBef>
        <a:spcAft>
          <a:spcPts val="1138"/>
        </a:spcAft>
        <a:buClr>
          <a:srgbClr val="000000"/>
        </a:buClr>
        <a:buSzTx/>
        <a:buFont typeface="Times New Roman" panose="02020603050405020304" pitchFamily="18" charset="0"/>
        <a:defRPr sz="2800" kern="1200">
          <a:solidFill>
            <a:srgbClr val="000000"/>
          </a:solidFill>
          <a:latin typeface="+mn-lt"/>
          <a:ea typeface="+mn-ea"/>
          <a:cs typeface="+mn-cs"/>
        </a:defRPr>
      </a:lvl2pPr>
      <a:lvl3pPr marL="1143000" indent="-228600" algn="l" defTabSz="457200" rtl="0" fontAlgn="base" hangingPunct="0">
        <a:lnSpc>
          <a:spcPct val="94000"/>
        </a:lnSpc>
        <a:spcBef>
          <a:spcPct val="0"/>
        </a:spcBef>
        <a:spcAft>
          <a:spcPts val="850"/>
        </a:spcAft>
        <a:buClr>
          <a:srgbClr val="000000"/>
        </a:buClr>
        <a:buSzTx/>
        <a:buFont typeface="Times New Roman" panose="02020603050405020304" pitchFamily="18" charset="0"/>
        <a:defRPr sz="2400" kern="1200">
          <a:solidFill>
            <a:srgbClr val="000000"/>
          </a:solidFill>
          <a:latin typeface="+mn-lt"/>
          <a:ea typeface="+mn-ea"/>
          <a:cs typeface="+mn-cs"/>
        </a:defRPr>
      </a:lvl3pPr>
      <a:lvl4pPr marL="1600200" indent="-228600" algn="l" defTabSz="457200" rtl="0" fontAlgn="base" hangingPunct="0">
        <a:lnSpc>
          <a:spcPct val="94000"/>
        </a:lnSpc>
        <a:spcBef>
          <a:spcPct val="0"/>
        </a:spcBef>
        <a:spcAft>
          <a:spcPts val="575"/>
        </a:spcAft>
        <a:buClr>
          <a:srgbClr val="000000"/>
        </a:buClr>
        <a:buSzTx/>
        <a:buFont typeface="Times New Roman" panose="02020603050405020304" pitchFamily="18" charset="0"/>
        <a:defRPr sz="2000" kern="1200">
          <a:solidFill>
            <a:srgbClr val="000000"/>
          </a:solidFill>
          <a:latin typeface="+mn-lt"/>
          <a:ea typeface="+mn-ea"/>
          <a:cs typeface="+mn-cs"/>
        </a:defRPr>
      </a:lvl4pPr>
      <a:lvl5pPr marL="2057400" indent="-228600" algn="l" defTabSz="457200" rtl="0" fontAlgn="base" hangingPunct="0">
        <a:lnSpc>
          <a:spcPct val="94000"/>
        </a:lnSpc>
        <a:spcBef>
          <a:spcPct val="0"/>
        </a:spcBef>
        <a:spcAft>
          <a:spcPts val="288"/>
        </a:spcAft>
        <a:buClr>
          <a:srgbClr val="000000"/>
        </a:buClr>
        <a:buSzTx/>
        <a:buFont typeface="Times New Roman" panose="02020603050405020304" pitchFamily="18" charset="0"/>
        <a:defRPr sz="2000" kern="1200">
          <a:solidFill>
            <a:srgbClr val="000000"/>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p:bg>
      <p:bgPr>
        <a:solidFill>
          <a:srgbClr val="FFFFFF"/>
        </a:solidFill>
        <a:effectLst/>
      </p:bgPr>
    </p:bg>
    <p:spTree>
      <p:nvGrpSpPr>
        <p:cNvPr id="1" name=""/>
        <p:cNvGrpSpPr/>
        <p:nvPr/>
      </p:nvGrpSpPr>
      <p:grpSpPr>
        <a:xfrm>
          <a:off x="0" y="0"/>
          <a:ext cx="0" cy="0"/>
        </a:xfrm>
      </p:grpSpPr>
      <p:pic>
        <p:nvPicPr>
          <p:cNvPr id="2049" name="Picture 1">
            <a:extLst>
              <a:ext uri="{FF2B5EF4-FFF2-40B4-BE49-F238E27FC236}">
                <a16:creationId xmlns:a16="http://schemas.microsoft.com/office/drawing/2014/main" id="{EA8C6663-3CB2-434B-8191-4238EAA800FB}"/>
              </a:ext>
            </a:extLst>
          </p:cNvPr>
          <p:cNvPicPr>
            <a:picLocks noChangeAspect="1" noChangeArrowheads="1"/>
          </p:cNvPicPr>
          <p:nvPr/>
        </p:nvPicPr>
        <p:blipFill>
          <a:blip r:embed="DeterministicId1">
            <a:extLst>
              <a:ext uri="{28A0092B-C50C-407E-A947-70E740481C1C}">
                <a14:useLocalDpi xmlns:a14="http://schemas.microsoft.com/office/drawing/2010/main" val="0"/>
              </a:ext>
            </a:extLst>
          </a:blip>
          <a:stretch>
            <a:fillRect/>
          </a:stretch>
        </p:blipFill>
        <p:spPr bwMode="auto">
          <a:xfrm>
            <a:off x="0" y="0"/>
            <a:ext cx="10079038" cy="7559675"/>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050" name="Rectangle 2">
            <a:extLst>
              <a:ext uri="{FF2B5EF4-FFF2-40B4-BE49-F238E27FC236}">
                <a16:creationId xmlns:a16="http://schemas.microsoft.com/office/drawing/2014/main" id="{C223AECD-1C06-4DFD-B75E-397D93129CB8}"/>
              </a:ext>
            </a:extLst>
          </p:cNvPr>
          <p:cNvSpPr>
            <a:spLocks noGrp="1" noChangeArrowheads="1"/>
          </p:cNvSpPr>
          <p:nvPr>
            <p:ph type="title"/>
          </p:nvPr>
        </p:nvSpPr>
        <p:spPr bwMode="auto">
          <a:xfrm>
            <a:off x="503238" y="576263"/>
            <a:ext cx="7197725" cy="719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bodyPr>
          <a:lstStyle/>
          <a:p>
            <a:pPr lvl="0"/>
            <a:r>
              <a:rPr lang="en-GB" altLang="en-US"/>
              <a:t>Click to edit the title text format</a:t>
            </a:r>
          </a:p>
        </p:txBody>
      </p:sp>
      <p:sp>
        <p:nvSpPr>
          <p:cNvPr id="2051" name="Rectangle 3">
            <a:extLst>
              <a:ext uri="{FF2B5EF4-FFF2-40B4-BE49-F238E27FC236}">
                <a16:creationId xmlns:a16="http://schemas.microsoft.com/office/drawing/2014/main" id="{F3014DEF-84B2-4D1A-ACBB-CE2B457B1D46}"/>
              </a:ext>
            </a:extLst>
          </p:cNvPr>
          <p:cNvSpPr>
            <a:spLocks noGrp="1" noChangeArrowheads="1"/>
          </p:cNvSpPr>
          <p:nvPr>
            <p:ph type="body" idx="1"/>
          </p:nvPr>
        </p:nvSpPr>
        <p:spPr bwMode="auto">
          <a:xfrm>
            <a:off x="503238" y="1800225"/>
            <a:ext cx="9070975" cy="43830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19656" rIns="0" bIns="0" numCol="1" anchor="t" anchorCtr="0" compatLnSpc="1">
            <a:prstTxWarp prst="textNoShape">
              <a:avLst/>
            </a:prstTxWarp>
          </a:bodyPr>
          <a:lstStyle/>
          <a:p>
            <a:pPr lvl="0"/>
            <a:r>
              <a:rPr lang="en-GB" altLang="en-US"/>
              <a:t>Click to edit the outline text format</a:t>
            </a:r>
          </a:p>
          <a:p>
            <a:pPr lvl="1"/>
            <a:r>
              <a:rPr lang="en-GB" altLang="en-US"/>
              <a:t>Second Outline Level</a:t>
            </a:r>
          </a:p>
          <a:p>
            <a:pPr lvl="2"/>
            <a:r>
              <a:rPr lang="en-GB" altLang="en-US"/>
              <a:t>Third Outline Level</a:t>
            </a:r>
          </a:p>
          <a:p>
            <a:pPr lvl="3"/>
            <a:r>
              <a:rPr lang="en-GB" altLang="en-US"/>
              <a:t>Fourth Outline Level</a:t>
            </a:r>
          </a:p>
          <a:p>
            <a:pPr lvl="4"/>
            <a:r>
              <a:rPr lang="en-GB" altLang="en-US"/>
              <a:t>Fifth Outline Level</a:t>
            </a:r>
          </a:p>
          <a:p>
            <a:pPr lvl="4"/>
            <a:r>
              <a:rPr lang="en-GB" altLang="en-US"/>
              <a:t>Sixth Outline Level</a:t>
            </a:r>
          </a:p>
          <a:p>
            <a:pPr lvl="4"/>
            <a:r>
              <a:rPr lang="en-GB" altLang="en-US"/>
              <a:t>Seventh Outline Level</a:t>
            </a:r>
          </a:p>
        </p:txBody>
      </p:sp>
      <p:sp>
        <p:nvSpPr>
          <p:cNvPr id="2052" name="Rectangle 4">
            <a:extLst>
              <a:ext uri="{FF2B5EF4-FFF2-40B4-BE49-F238E27FC236}">
                <a16:creationId xmlns:a16="http://schemas.microsoft.com/office/drawing/2014/main" id="{6DD9C368-4158-4473-A680-BF07C630DB54}"/>
              </a:ext>
            </a:extLst>
          </p:cNvPr>
          <p:cNvSpPr>
            <a:spLocks noGrp="1" noChangeArrowheads="1"/>
          </p:cNvSpPr>
          <p:nvPr>
            <p:ph type="dt" idx="2"/>
          </p:nvPr>
        </p:nvSpPr>
        <p:spPr bwMode="auto">
          <a:xfrm>
            <a:off x="503238" y="6886575"/>
            <a:ext cx="2346325" cy="5191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t" anchorCtr="0" compatLnSpc="1">
            <a:prstTxWarp prst="textNoShape">
              <a:avLst/>
            </a:prstTxWarp>
          </a:bodyPr>
          <a:lstStyle>
            <a:lvl1pPr>
              <a:lnSpc>
                <a:spcPct val="93000"/>
              </a:lnSpc>
              <a:tabLst>
                <a:tab pos="457200"/>
                <a:tab pos="914400"/>
                <a:tab pos="1371600"/>
                <a:tab pos="1828800"/>
                <a:tab pos="2286000"/>
              </a:tabLst>
              <a:defRPr sz="1400">
                <a:solidFill>
                  <a:srgbClr val="000000"/>
                </a:solidFill>
                <a:latin typeface="Times New Roman" panose="02020603050405020304" pitchFamily="18" charset="0"/>
                <a:cs typeface="DejaVu Sans" charset="0"/>
              </a:defRPr>
            </a:lvl1pPr>
          </a:lstStyle>
          <a:p>
            <a:endParaRPr lang="en-US" altLang="en-US"/>
          </a:p>
        </p:txBody>
      </p:sp>
      <p:sp>
        <p:nvSpPr>
          <p:cNvPr id="2053" name="Rectangle 5">
            <a:extLst>
              <a:ext uri="{FF2B5EF4-FFF2-40B4-BE49-F238E27FC236}">
                <a16:creationId xmlns:a16="http://schemas.microsoft.com/office/drawing/2014/main" id="{16D8AE5A-8161-415B-8487-116AB08FAC87}"/>
              </a:ext>
            </a:extLst>
          </p:cNvPr>
          <p:cNvSpPr>
            <a:spLocks noGrp="1" noChangeArrowheads="1"/>
          </p:cNvSpPr>
          <p:nvPr>
            <p:ph type="ftr" idx="3"/>
          </p:nvPr>
        </p:nvSpPr>
        <p:spPr bwMode="auto">
          <a:xfrm>
            <a:off x="3448050" y="6886575"/>
            <a:ext cx="3194050" cy="5191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t" anchorCtr="0" compatLnSpc="1">
            <a:prstTxWarp prst="textNoShape">
              <a:avLst/>
            </a:prstTxWarp>
          </a:bodyPr>
          <a:lstStyle>
            <a:lvl1pPr algn="ctr">
              <a:lnSpc>
                <a:spcPct val="93000"/>
              </a:lnSpc>
              <a:tabLst>
                <a:tab pos="457200"/>
                <a:tab pos="914400"/>
                <a:tab pos="1371600"/>
                <a:tab pos="1828800"/>
                <a:tab pos="2286000"/>
                <a:tab pos="2743200"/>
              </a:tabLst>
              <a:defRPr sz="1400">
                <a:solidFill>
                  <a:srgbClr val="000000"/>
                </a:solidFill>
                <a:latin typeface="Times New Roman" panose="02020603050405020304" pitchFamily="18" charset="0"/>
                <a:cs typeface="DejaVu Sans" charset="0"/>
              </a:defRPr>
            </a:lvl1pPr>
          </a:lstStyle>
          <a:p>
            <a:endParaRPr lang="en-US" altLang="en-US"/>
          </a:p>
        </p:txBody>
      </p:sp>
      <p:sp>
        <p:nvSpPr>
          <p:cNvPr id="2054" name="Rectangle 6">
            <a:extLst>
              <a:ext uri="{FF2B5EF4-FFF2-40B4-BE49-F238E27FC236}">
                <a16:creationId xmlns:a16="http://schemas.microsoft.com/office/drawing/2014/main" id="{24F93032-8152-4D9E-B0A4-D8F61102B19F}"/>
              </a:ext>
            </a:extLst>
          </p:cNvPr>
          <p:cNvSpPr>
            <a:spLocks noGrp="1" noChangeArrowheads="1"/>
          </p:cNvSpPr>
          <p:nvPr>
            <p:ph type="sldNum" idx="4"/>
          </p:nvPr>
        </p:nvSpPr>
        <p:spPr bwMode="auto">
          <a:xfrm>
            <a:off x="7226300" y="6886575"/>
            <a:ext cx="2346325" cy="5191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t" anchorCtr="0" compatLnSpc="1">
            <a:prstTxWarp prst="textNoShape">
              <a:avLst/>
            </a:prstTxWarp>
          </a:bodyPr>
          <a:lstStyle>
            <a:lvl1pPr algn="r">
              <a:lnSpc>
                <a:spcPct val="93000"/>
              </a:lnSpc>
              <a:tabLst>
                <a:tab pos="457200"/>
                <a:tab pos="914400"/>
                <a:tab pos="1371600"/>
                <a:tab pos="1828800"/>
                <a:tab pos="2286000"/>
              </a:tabLst>
              <a:defRPr sz="1400">
                <a:solidFill>
                  <a:srgbClr val="000000"/>
                </a:solidFill>
                <a:latin typeface="Times New Roman" panose="02020603050405020304" pitchFamily="18" charset="0"/>
                <a:cs typeface="DejaVu Sans" charset="0"/>
              </a:defRPr>
            </a:lvl1pPr>
          </a:lstStyle>
          <a:p>
            <a:fld id="{00000001-0000-0000-0000-000000000000}" type="slidenum">
              <a:rPr lang="en-US" altLang="en-US"/>
              <a:t>‹#›</a:t>
            </a:fld>
            <a:endParaRPr lang="en-US" altLang="en-US"/>
          </a:p>
        </p:txBody>
      </p:sp>
    </p:spTree>
  </p:cSld>
  <p:clrMap bg1="lt1" tx1="dk1" bg2="lt2" tx2="dk2" accent1="accent1" accent2="accent2" accent3="accent3" accent4="accent4" accent5="accent5" accent6="accent6" hlink="hlink" folHlink="folHlink"/>
  <p:sldLayoutIdLst>
    <p:sldLayoutId id="2147483661" r:id="DeterministicId2"/>
    <p:sldLayoutId id="2147483662" r:id="DeterministicId3"/>
    <p:sldLayoutId id="2147483663" r:id="DeterministicId4"/>
    <p:sldLayoutId id="2147483664" r:id="DeterministicId5"/>
    <p:sldLayoutId id="2147483665" r:id="DeterministicId6"/>
    <p:sldLayoutId id="2147483666" r:id="DeterministicId7"/>
    <p:sldLayoutId id="2147483667" r:id="DeterministicId8"/>
    <p:sldLayoutId id="2147483668" r:id="DeterministicId9"/>
    <p:sldLayoutId id="2147483669" r:id="DeterministicId10"/>
    <p:sldLayoutId id="2147483670" r:id="DeterministicId11"/>
    <p:sldLayoutId id="2147483671" r:id="DeterministicId12"/>
    <p:sldLayoutId id="2147483672" r:id="DeterministicId13"/>
  </p:sldLayoutIdLst>
  <p:transition/>
  <p:timing/>
  <p:txStyles>
    <p:titleStyle>
      <a:lvl1pPr algn="l" defTabSz="457200" rtl="0" fontAlgn="base" hangingPunct="0">
        <a:lnSpc>
          <a:spcPct val="94000"/>
        </a:lnSpc>
        <a:spcBef>
          <a:spcPct val="0"/>
        </a:spcBef>
        <a:spcAft>
          <a:spcPct val="0"/>
        </a:spcAft>
        <a:buClr>
          <a:srgbClr val="000000"/>
        </a:buClr>
        <a:buSzTx/>
        <a:buFont typeface="Times New Roman" panose="02020603050405020304" pitchFamily="18" charset="0"/>
        <a:defRPr sz="3600" kern="1200">
          <a:solidFill>
            <a:srgbClr val="000000"/>
          </a:solidFill>
          <a:latin typeface="+mj-lt"/>
          <a:ea typeface="+mj-ea"/>
          <a:cs typeface="+mj-cs"/>
        </a:defRPr>
      </a:lvl1pPr>
      <a:lvl2pPr marL="742950" indent="-285750" algn="l" defTabSz="457200" rtl="0" fontAlgn="base" hangingPunct="0">
        <a:lnSpc>
          <a:spcPct val="94000"/>
        </a:lnSpc>
        <a:spcBef>
          <a:spcPct val="0"/>
        </a:spcBef>
        <a:spcAft>
          <a:spcPct val="0"/>
        </a:spcAft>
        <a:buClr>
          <a:srgbClr val="000000"/>
        </a:buClr>
        <a:buSzTx/>
        <a:buFont typeface="Times New Roman" panose="02020603050405020304" pitchFamily="18" charset="0"/>
        <a:defRPr sz="3600">
          <a:solidFill>
            <a:srgbClr val="000000"/>
          </a:solidFill>
          <a:latin typeface="Arial" panose="020b0604020202020204" pitchFamily="34" charset="0"/>
          <a:cs typeface="WenQuanYi Zen Hei"/>
        </a:defRPr>
      </a:lvl2pPr>
      <a:lvl3pPr marL="1143000" indent="-228600" algn="l" defTabSz="457200" rtl="0" fontAlgn="base" hangingPunct="0">
        <a:lnSpc>
          <a:spcPct val="94000"/>
        </a:lnSpc>
        <a:spcBef>
          <a:spcPct val="0"/>
        </a:spcBef>
        <a:spcAft>
          <a:spcPct val="0"/>
        </a:spcAft>
        <a:buClr>
          <a:srgbClr val="000000"/>
        </a:buClr>
        <a:buSzTx/>
        <a:buFont typeface="Times New Roman" panose="02020603050405020304" pitchFamily="18" charset="0"/>
        <a:defRPr sz="3600">
          <a:solidFill>
            <a:srgbClr val="000000"/>
          </a:solidFill>
          <a:latin typeface="Arial" panose="020b0604020202020204" pitchFamily="34" charset="0"/>
          <a:cs typeface="WenQuanYi Zen Hei"/>
        </a:defRPr>
      </a:lvl3pPr>
      <a:lvl4pPr marL="1600200" indent="-228600" algn="l" defTabSz="457200" rtl="0" fontAlgn="base" hangingPunct="0">
        <a:lnSpc>
          <a:spcPct val="94000"/>
        </a:lnSpc>
        <a:spcBef>
          <a:spcPct val="0"/>
        </a:spcBef>
        <a:spcAft>
          <a:spcPct val="0"/>
        </a:spcAft>
        <a:buClr>
          <a:srgbClr val="000000"/>
        </a:buClr>
        <a:buSzTx/>
        <a:buFont typeface="Times New Roman" panose="02020603050405020304" pitchFamily="18" charset="0"/>
        <a:defRPr sz="3600">
          <a:solidFill>
            <a:srgbClr val="000000"/>
          </a:solidFill>
          <a:latin typeface="Arial" panose="020b0604020202020204" pitchFamily="34" charset="0"/>
          <a:cs typeface="WenQuanYi Zen Hei"/>
        </a:defRPr>
      </a:lvl4pPr>
      <a:lvl5pPr marL="2057400" indent="-228600" algn="l" defTabSz="457200" rtl="0" fontAlgn="base" hangingPunct="0">
        <a:lnSpc>
          <a:spcPct val="94000"/>
        </a:lnSpc>
        <a:spcBef>
          <a:spcPct val="0"/>
        </a:spcBef>
        <a:spcAft>
          <a:spcPct val="0"/>
        </a:spcAft>
        <a:buClr>
          <a:srgbClr val="000000"/>
        </a:buClr>
        <a:buSzTx/>
        <a:buFont typeface="Times New Roman" panose="02020603050405020304" pitchFamily="18" charset="0"/>
        <a:defRPr sz="3600">
          <a:solidFill>
            <a:srgbClr val="000000"/>
          </a:solidFill>
          <a:latin typeface="Arial" panose="020b0604020202020204" pitchFamily="34" charset="0"/>
          <a:cs typeface="WenQuanYi Zen Hei"/>
        </a:defRPr>
      </a:lvl5pPr>
      <a:lvl6pPr marL="2514600" indent="-228600" algn="l" defTabSz="457200" rtl="0" fontAlgn="base" hangingPunct="0">
        <a:lnSpc>
          <a:spcPct val="94000"/>
        </a:lnSpc>
        <a:spcBef>
          <a:spcPct val="0"/>
        </a:spcBef>
        <a:spcAft>
          <a:spcPct val="0"/>
        </a:spcAft>
        <a:buClr>
          <a:srgbClr val="000000"/>
        </a:buClr>
        <a:buSzTx/>
        <a:buFont typeface="Times New Roman" panose="02020603050405020304" pitchFamily="18" charset="0"/>
        <a:defRPr sz="3600">
          <a:solidFill>
            <a:srgbClr val="000000"/>
          </a:solidFill>
          <a:latin typeface="Arial" panose="020b0604020202020204" pitchFamily="34" charset="0"/>
          <a:cs typeface="WenQuanYi Zen Hei"/>
        </a:defRPr>
      </a:lvl6pPr>
      <a:lvl7pPr marL="2971800" indent="-228600" algn="l" defTabSz="457200" rtl="0" fontAlgn="base" hangingPunct="0">
        <a:lnSpc>
          <a:spcPct val="94000"/>
        </a:lnSpc>
        <a:spcBef>
          <a:spcPct val="0"/>
        </a:spcBef>
        <a:spcAft>
          <a:spcPct val="0"/>
        </a:spcAft>
        <a:buClr>
          <a:srgbClr val="000000"/>
        </a:buClr>
        <a:buSzTx/>
        <a:buFont typeface="Times New Roman" panose="02020603050405020304" pitchFamily="18" charset="0"/>
        <a:defRPr sz="3600">
          <a:solidFill>
            <a:srgbClr val="000000"/>
          </a:solidFill>
          <a:latin typeface="Arial" panose="020b0604020202020204" pitchFamily="34" charset="0"/>
          <a:cs typeface="WenQuanYi Zen Hei"/>
        </a:defRPr>
      </a:lvl7pPr>
      <a:lvl8pPr marL="3429000" indent="-228600" algn="l" defTabSz="457200" rtl="0" fontAlgn="base" hangingPunct="0">
        <a:lnSpc>
          <a:spcPct val="94000"/>
        </a:lnSpc>
        <a:spcBef>
          <a:spcPct val="0"/>
        </a:spcBef>
        <a:spcAft>
          <a:spcPct val="0"/>
        </a:spcAft>
        <a:buClr>
          <a:srgbClr val="000000"/>
        </a:buClr>
        <a:buSzTx/>
        <a:buFont typeface="Times New Roman" panose="02020603050405020304" pitchFamily="18" charset="0"/>
        <a:defRPr sz="3600">
          <a:solidFill>
            <a:srgbClr val="000000"/>
          </a:solidFill>
          <a:latin typeface="Arial" panose="020b0604020202020204" pitchFamily="34" charset="0"/>
          <a:cs typeface="WenQuanYi Zen Hei"/>
        </a:defRPr>
      </a:lvl8pPr>
      <a:lvl9pPr marL="3886200" indent="-228600" algn="l" defTabSz="457200" rtl="0" fontAlgn="base" hangingPunct="0">
        <a:lnSpc>
          <a:spcPct val="94000"/>
        </a:lnSpc>
        <a:spcBef>
          <a:spcPct val="0"/>
        </a:spcBef>
        <a:spcAft>
          <a:spcPct val="0"/>
        </a:spcAft>
        <a:buClr>
          <a:srgbClr val="000000"/>
        </a:buClr>
        <a:buSzTx/>
        <a:buFont typeface="Times New Roman" panose="02020603050405020304" pitchFamily="18" charset="0"/>
        <a:defRPr sz="3600">
          <a:solidFill>
            <a:srgbClr val="000000"/>
          </a:solidFill>
          <a:latin typeface="Arial" panose="020b0604020202020204" pitchFamily="34" charset="0"/>
          <a:cs typeface="WenQuanYi Zen Hei"/>
        </a:defRPr>
      </a:lvl9pPr>
    </p:titleStyle>
    <p:bodyStyle>
      <a:lvl1pPr marL="342900" indent="-342900" algn="l" defTabSz="457200" rtl="0" fontAlgn="base" hangingPunct="0">
        <a:lnSpc>
          <a:spcPct val="94000"/>
        </a:lnSpc>
        <a:spcBef>
          <a:spcPct val="0"/>
        </a:spcBef>
        <a:spcAft>
          <a:spcPts val="1425"/>
        </a:spcAft>
        <a:buClr>
          <a:srgbClr val="000000"/>
        </a:buClr>
        <a:buSzTx/>
        <a:buFont typeface="Times New Roman" panose="02020603050405020304" pitchFamily="18" charset="0"/>
        <a:defRPr sz="2600" kern="1200">
          <a:solidFill>
            <a:srgbClr val="000000"/>
          </a:solidFill>
          <a:latin typeface="+mn-lt"/>
          <a:ea typeface="+mn-ea"/>
          <a:cs typeface="+mn-cs"/>
        </a:defRPr>
      </a:lvl1pPr>
      <a:lvl2pPr marL="742950" indent="-285750" algn="l" defTabSz="457200" rtl="0" fontAlgn="base" hangingPunct="0">
        <a:lnSpc>
          <a:spcPct val="94000"/>
        </a:lnSpc>
        <a:spcBef>
          <a:spcPct val="0"/>
        </a:spcBef>
        <a:spcAft>
          <a:spcPts val="1138"/>
        </a:spcAft>
        <a:buClr>
          <a:srgbClr val="000000"/>
        </a:buClr>
        <a:buSzTx/>
        <a:buFont typeface="Times New Roman" panose="02020603050405020304" pitchFamily="18" charset="0"/>
        <a:defRPr sz="2600" kern="1200">
          <a:solidFill>
            <a:srgbClr val="000000"/>
          </a:solidFill>
          <a:latin typeface="+mn-lt"/>
          <a:ea typeface="+mn-ea"/>
          <a:cs typeface="+mn-cs"/>
        </a:defRPr>
      </a:lvl2pPr>
      <a:lvl3pPr marL="1143000" indent="-228600" algn="l" defTabSz="457200" rtl="0" fontAlgn="base" hangingPunct="0">
        <a:lnSpc>
          <a:spcPct val="94000"/>
        </a:lnSpc>
        <a:spcBef>
          <a:spcPct val="0"/>
        </a:spcBef>
        <a:spcAft>
          <a:spcPts val="850"/>
        </a:spcAft>
        <a:buClr>
          <a:srgbClr val="000000"/>
        </a:buClr>
        <a:buSzTx/>
        <a:buFont typeface="Times New Roman" panose="02020603050405020304" pitchFamily="18" charset="0"/>
        <a:defRPr sz="2600" kern="1200">
          <a:solidFill>
            <a:srgbClr val="000000"/>
          </a:solidFill>
          <a:latin typeface="+mn-lt"/>
          <a:ea typeface="+mn-ea"/>
          <a:cs typeface="+mn-cs"/>
        </a:defRPr>
      </a:lvl3pPr>
      <a:lvl4pPr marL="1600200" indent="-228600" algn="l" defTabSz="457200" rtl="0" fontAlgn="base" hangingPunct="0">
        <a:lnSpc>
          <a:spcPct val="94000"/>
        </a:lnSpc>
        <a:spcBef>
          <a:spcPct val="0"/>
        </a:spcBef>
        <a:spcAft>
          <a:spcPts val="575"/>
        </a:spcAft>
        <a:buClr>
          <a:srgbClr val="000000"/>
        </a:buClr>
        <a:buSzTx/>
        <a:buFont typeface="Times New Roman" panose="02020603050405020304" pitchFamily="18" charset="0"/>
        <a:defRPr sz="2600" kern="1200">
          <a:solidFill>
            <a:srgbClr val="000000"/>
          </a:solidFill>
          <a:latin typeface="+mn-lt"/>
          <a:ea typeface="+mn-ea"/>
          <a:cs typeface="+mn-cs"/>
        </a:defRPr>
      </a:lvl4pPr>
      <a:lvl5pPr marL="2057400" indent="-228600" algn="l" defTabSz="457200" rtl="0" fontAlgn="base" hangingPunct="0">
        <a:lnSpc>
          <a:spcPct val="94000"/>
        </a:lnSpc>
        <a:spcBef>
          <a:spcPct val="0"/>
        </a:spcBef>
        <a:spcAft>
          <a:spcPts val="288"/>
        </a:spcAft>
        <a:buClr>
          <a:srgbClr val="000000"/>
        </a:buClr>
        <a:buSzTx/>
        <a:buFont typeface="Times New Roman" panose="02020603050405020304" pitchFamily="18" charset="0"/>
        <a:defRPr sz="2600" kern="1200">
          <a:solidFill>
            <a:srgbClr val="000000"/>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&#65279;<?xml version="1.0" encoding="utf-8" standalone="yes"?><Relationships xmlns="http://schemas.openxmlformats.org/package/2006/relationships"><Relationship Id="DeterministicId1" Type="http://schemas.openxmlformats.org/officeDocument/2006/relationships/notesSlide" Target="../notesSlides/notesSlide1.xml" /><Relationship Id="DeterministicId2" Type="http://schemas.openxmlformats.org/officeDocument/2006/relationships/slideLayout" Target="../slideLayouts/slideLayout23.xml" /></Relationships>
</file>

<file path=ppt/slides/_rels/slide2.xml.rels>&#65279;<?xml version="1.0" encoding="utf-8" standalone="yes"?><Relationships xmlns="http://schemas.openxmlformats.org/package/2006/relationships"><Relationship Id="DeterministicId1" Type="http://schemas.openxmlformats.org/officeDocument/2006/relationships/image" Target="../media/image2.emf" /><Relationship Id="DeterministicId2" Type="http://schemas.openxmlformats.org/officeDocument/2006/relationships/notesSlide" Target="../notesSlides/notesSlide2.xml" /><Relationship Id="DeterministicId3" Type="http://schemas.openxmlformats.org/officeDocument/2006/relationships/oleObject" Target="../embeddings/oleObject1.bin" TargetMode="Internal" /><Relationship Id="DeterministicId4" Type="http://schemas.openxmlformats.org/officeDocument/2006/relationships/slideLayout" Target="../slideLayouts/slideLayout13.xml" /><Relationship Id="DeterministicId5" Type="http://schemas.openxmlformats.org/officeDocument/2006/relationships/vmlDrawing" Target="../drawings/vmlDrawing1.vml" /></Relationships>
</file>

<file path=ppt/slides/_rels/slide3.xml.rels>&#65279;<?xml version="1.0" encoding="utf-8" standalone="yes"?><Relationships xmlns="http://schemas.openxmlformats.org/package/2006/relationships"><Relationship Id="DeterministicId1" Type="http://schemas.openxmlformats.org/officeDocument/2006/relationships/notesSlide" Target="../notesSlides/notesSlide3.xml" /><Relationship Id="DeterministicId2" Type="http://schemas.openxmlformats.org/officeDocument/2006/relationships/slideLayout" Target="../slideLayouts/slideLayout13.xml" /></Relationships>
</file>

<file path=ppt/slides/slide1.xml><?xml version="1.0" encoding="utf-8"?>
<p:sld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name="">
    <p:spTree>
      <p:nvGrpSpPr>
        <p:cNvPr id="1" name=""/>
        <p:cNvGrpSpPr/>
        <p:nvPr/>
      </p:nvGrpSpPr>
      <p:grpSpPr>
        <a:xfrm>
          <a:off x="0" y="0"/>
          <a:ext cx="0" cy="0"/>
        </a:xfrm>
      </p:grpSpPr>
      <p:sp>
        <p:nvSpPr>
          <p:cNvPr id="4097" name="Rectangle 1">
            <a:extLst>
              <a:ext uri="{FF2B5EF4-FFF2-40B4-BE49-F238E27FC236}">
                <a16:creationId xmlns:a16="http://schemas.microsoft.com/office/drawing/2014/main" id="{7B33327E-1853-4BF8-8525-43654FF99A4D}"/>
              </a:ext>
            </a:extLst>
          </p:cNvPr>
          <p:cNvSpPr>
            <a:spLocks noGrp="1" noChangeArrowheads="1"/>
          </p:cNvSpPr>
          <p:nvPr>
            <p:ph type="title"/>
          </p:nvPr>
        </p:nvSpPr>
        <p:spPr>
          <a:xfrm>
            <a:off x="503238" y="576263"/>
            <a:ext cx="7199312" cy="720725"/>
          </a:xfrm>
        </p:spPr>
        <p:txBody>
          <a:bodyPr tIns="27215"/>
          <a:lstStyle/>
          <a:p>
            <a:pPr>
              <a:tabLst>
                <a:tab pos="457200"/>
                <a:tab pos="914400"/>
                <a:tab pos="1371600"/>
                <a:tab pos="1828800"/>
                <a:tab pos="2286000"/>
                <a:tab pos="2743200"/>
                <a:tab pos="3200400"/>
                <a:tab pos="3657600"/>
                <a:tab pos="4114800"/>
                <a:tab pos="4572000"/>
                <a:tab pos="5029200"/>
                <a:tab pos="5486400"/>
                <a:tab pos="5943600"/>
                <a:tab pos="6400800"/>
                <a:tab pos="6858000"/>
              </a:tabLst>
            </a:pPr>
            <a:r>
              <a:rPr lang="en-US" altLang="en-US"/>
              <a:t>Lorem ipsum</a:t>
            </a:r>
          </a:p>
        </p:txBody>
      </p:sp>
      <p:sp>
        <p:nvSpPr>
          <p:cNvPr id="4098" name="Rectangle 2">
            <a:extLst>
              <a:ext uri="{FF2B5EF4-FFF2-40B4-BE49-F238E27FC236}">
                <a16:creationId xmlns:a16="http://schemas.microsoft.com/office/drawing/2014/main" id="{5067735C-1950-4721-9326-75992A13A61E}"/>
              </a:ext>
            </a:extLst>
          </p:cNvPr>
          <p:cNvSpPr>
            <a:spLocks noGrp="1" noChangeArrowheads="1"/>
          </p:cNvSpPr>
          <p:nvPr>
            <p:ph type="subTitle" idx="4294967295"/>
          </p:nvPr>
        </p:nvSpPr>
        <p:spPr bwMode="auto">
          <a:xfrm>
            <a:off x="503238" y="1800225"/>
            <a:ext cx="9072562" cy="4384675"/>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11340" rIns="0" bIns="0" anchor="ctr"/>
          <a:lstStyle/>
          <a:p>
            <a:pPr marL="0" indent="0">
              <a:spcAft>
                <a:spcPct val="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r>
              <a:rPr lang="en-US" altLang="en-US" sz="1500"/>
              <a:t>Lorem ipsum dolor sit amet, consectetur adipiscing elit. Nunc ac faucibus odio. Vestibulum neque massa, scelerisque sit amet ligula eu, congue molestie mi. Praesent ut varius sem. Nullam at porttitor arcu, nec lacinia nisi. Ut ac dolor vitae odio interdum condimentum. Vivamus dapibus sodales ex, vitae malesuada ipsum cursus convallis. Maecenas sed egestas nulla, ac condimentum orci. Mauris diam felis, vulputate ac suscipit et, iaculis non est. Curabitur semper arcu ac ligula semper, nec luctus nisl blandit. Integer lacinia ante ac libero lobortis imperdiet. Nullam mollis convallis ipsum, ac accumsan nunc vehicula vitae. Nulla eget justo in felis tristique fringilla. Morbi sit amet tortor quis risus auctor condimentum. Morbi in ullamcorper elit. Nulla iaculis tellus sit amet mauris tempus fringilla.</a:t>
            </a:r>
          </a:p>
          <a:p>
            <a:pPr marL="0" indent="0">
              <a:spcAft>
                <a:spcPct val="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lang="en-US" altLang="en-US" sz="1500"/>
          </a:p>
          <a:p>
            <a:pPr marL="0" indent="0">
              <a:spcAft>
                <a:spcPct val="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r>
              <a:rPr lang="en-US" altLang="en-US" sz="1500"/>
              <a:t>Maecenas mauris lectus, lobortis et purus mattis, blandit dictum tellus. Maecenas non lorem quis tellus placerat varius. Nulla facilisi. Aenean congue fringilla justo ut aliquam. Mauris id ex erat. Nunc vulputate neque vitae justo facilisis, non condimentum ante sagittis. Morbi viverra semper lorem nec molestie. Maecenas tincidunt est efficitur ligula euismod, sit amet ornare est vulputate.</a:t>
            </a:r>
          </a:p>
          <a:p>
            <a:pPr marL="0" indent="0">
              <a:spcAft>
                <a:spcPct val="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lang="en-US" altLang="en-US" sz="1500"/>
          </a:p>
        </p:txBody>
      </p:sp>
      <p:sp>
        <p:nvSpPr>
          <p:cNvPr id="4099" name="TextBox"/>
          <p:cNvSpPr txBox="1">
            <a:spLocks noGrp="1" noSelect="1" noRot="1" noMove="1"/>
          </p:cNvSpPr>
          <p:nvPr/>
        </p:nvSpPr>
        <p:spPr>
          <a:xfrm>
            <a:off x="1834833" y="2994978"/>
            <a:ext cx="6411372" cy="1569660"/>
          </a:xfrm>
          <a:prstGeom prst="rect">
            <a:avLst/>
          </a:prstGeom>
          <a:noFill/>
        </p:spPr>
        <p:txBody>
          <a:bodyPr wrap="none" rtlCol="0" anchor="ctr" anchorCtr="1">
            <a:spAutoFit/>
          </a:bodyPr>
          <a:lstStyle>
            <a:lvl1pPr algn="l">
              <a:lnSpc>
                <a:spcPct val="150000"/>
              </a:lnSpc>
              <a:spcBef>
                <a:spcPct val="0"/>
              </a:spcBef>
              <a:spcAft>
                <a:spcPct val="0"/>
              </a:spcAft>
              <a:defRPr lang="en-US" sz="3200" b="1" noProof="1" dirty="0">
                <a:solidFill>
                  <a:prstClr val="red">
                    <a:lumOff val="30000"/>
                    <a:alpha val="40000"/>
                  </a:prstClr>
                </a:solidFill>
                <a:effectLst>
                  <a:outerShdw blurRad="50800" dist="38100" algn="tr" rotWithShape="0">
                    <a:prstClr val="black">
                      <a:alpha val="80000"/>
                    </a:prstClr>
                  </a:outerShdw>
                </a:effectLst>
                <a:latin typeface="Calibri" pitchFamily="34" charset="0"/>
              </a:defRPr>
            </a:lvl1pPr>
          </a:lstStyle>
          <a:p>
            <a:pPr algn="ctr"/>
            <a:r>
              <a:t>Evaluation only.</a:t>
            </a:r>
          </a:p>
          <a:p>
            <a:pPr algn="ctr"/>
            <a:r>
              <a:t>Created with Aspose.Slides for .NET6 26.10.</a:t>
            </a:r>
          </a:p>
          <a:p>
            <a:pPr algn="ctr"/>
            <a:r>
              <a:t>Copyright 2004-2026Aspose Pty Ltd.</a:t>
            </a:r>
          </a:p>
        </p:txBody>
      </p:sp>
    </p:spTree>
  </p:cSld>
  <p:clrMapOvr>
    <a:masterClrMapping/>
  </p:clrMapOvr>
  <p:transition spd="med"/>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additive="repl">
                                        <p:cTn id="6" dur="1" fill="hold">
                                          <p:stCondLst>
                                            <p:cond delay="0"/>
                                          </p:stCondLst>
                                        </p:cTn>
                                        <p:tgtEl>
                                          <p:spTgt spid="4097">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additive="repl">
                                        <p:cTn id="10" dur="1" fill="hold">
                                          <p:stCondLst>
                                            <p:cond delay="0"/>
                                          </p:stCondLst>
                                        </p:cTn>
                                        <p:tgtEl>
                                          <p:spTgt spid="4098">
                                            <p:txEl>
                                              <p:pRg st="0" end="0"/>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additive="repl">
                                        <p:cTn id="14" dur="1" fill="hold">
                                          <p:stCondLst>
                                            <p:cond delay="0"/>
                                          </p:stCondLst>
                                        </p:cTn>
                                        <p:tgtEl>
                                          <p:spTgt spid="409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name="">
    <p:spTree>
      <p:nvGrpSpPr>
        <p:cNvPr id="1" name=""/>
        <p:cNvGrpSpPr/>
        <p:nvPr/>
      </p:nvGrpSpPr>
      <p:grpSpPr>
        <a:xfrm>
          <a:off x="0" y="0"/>
          <a:ext cx="0" cy="0"/>
        </a:xfrm>
      </p:grpSpPr>
      <p:sp>
        <p:nvSpPr>
          <p:cNvPr id="5121" name="Rectangle 1">
            <a:extLst>
              <a:ext uri="{FF2B5EF4-FFF2-40B4-BE49-F238E27FC236}">
                <a16:creationId xmlns:a16="http://schemas.microsoft.com/office/drawing/2014/main" id="{DE8E744B-10EC-41A0-BFD2-8916AB8FA06C}"/>
              </a:ext>
            </a:extLst>
          </p:cNvPr>
          <p:cNvSpPr>
            <a:spLocks noGrp="1" noChangeArrowheads="1"/>
          </p:cNvSpPr>
          <p:nvPr>
            <p:ph type="title"/>
          </p:nvPr>
        </p:nvSpPr>
        <p:spPr>
          <a:xfrm>
            <a:off x="503238" y="576263"/>
            <a:ext cx="7199312" cy="720725"/>
          </a:xfrm>
        </p:spPr>
        <p:txBody>
          <a:bodyPr tIns="27215"/>
          <a:lstStyle/>
          <a:p>
            <a:pPr>
              <a:tabLst>
                <a:tab pos="457200"/>
                <a:tab pos="914400"/>
                <a:tab pos="1371600"/>
                <a:tab pos="1828800"/>
                <a:tab pos="2286000"/>
                <a:tab pos="2743200"/>
                <a:tab pos="3200400"/>
                <a:tab pos="3657600"/>
                <a:tab pos="4114800"/>
                <a:tab pos="4572000"/>
                <a:tab pos="5029200"/>
                <a:tab pos="5486400"/>
                <a:tab pos="5943600"/>
                <a:tab pos="6400800"/>
                <a:tab pos="6858000"/>
              </a:tabLst>
            </a:pPr>
            <a:r>
              <a:rPr lang="en-US" altLang="en-US"/>
              <a:t>Chart</a:t>
            </a:r>
          </a:p>
        </p:txBody>
      </p:sp>
      <p:graphicFrame>
        <p:nvGraphicFramePr>
          <p:cNvPr id="5122" name="Object 2">
            <a:extLst>
              <a:ext uri="{FF2B5EF4-FFF2-40B4-BE49-F238E27FC236}">
                <a16:creationId xmlns:a16="http://schemas.microsoft.com/office/drawing/2014/main" id="{E277F29C-F5F3-4114-AEFA-417827ADB627}"/>
              </a:ext>
            </a:extLst>
          </p:cNvPr>
          <p:cNvGraphicFramePr>
            <a:graphicFrameLocks noChangeAspect="1"/>
          </p:cNvGraphicFramePr>
          <p:nvPr/>
        </p:nvGraphicFramePr>
        <p:xfrm>
          <a:off x="1693863" y="2487613"/>
          <a:ext cx="6865937" cy="3598862"/>
        </p:xfrm>
        <a:graphic>
          <a:graphicData uri="http://schemas.openxmlformats.org/presentationml/2006/ole">
            <mc:AlternateContent>
              <mc:Choice xmlns:v="urn:schemas-microsoft-com:vml" Requires="v">
                <p:oleObj spid="_x0000_s1038" r:id="DeterministicId3" imgW="6866280" imgH="3598920" progId="">
                  <p:embed/>
                </p:oleObj>
              </mc:Choice>
              <mc:Fallback>
                <p:oleObj r:id="DeterministicId3" imgW="6866280" imgH="3598920" progId="">
                  <p:embed/>
                  <p:pic>
                    <p:nvPicPr>
                      <p:cNvPr id="0" name="OLE substitute image"/>
                      <p:cNvPicPr/>
                      <p:nvPr/>
                    </p:nvPicPr>
                    <p:blipFill>
                      <a:blip r:embed="DeterministicId1">
                        <a:extLst>
                          <a:ext uri="{28A0092B-C50C-407E-A947-70E740481C1C}">
                            <a14:useLocalDpi xmlns:a14="http://schemas.microsoft.com/office/drawing/2010/main" val="0"/>
                          </a:ext>
                        </a:extLst>
                      </a:blip>
                      <a:stretch>
                        <a:fillRect/>
                      </a:stretch>
                    </p:blipFill>
                    <p:spPr>
                      <a:xfrm>
                        <a:off x="1693863" y="2487613"/>
                        <a:ext cx="6865937" cy="3598862"/>
                      </a:xfrm>
                      <a:prstGeom prst="rect">
                        <a:avLst/>
                      </a:prstGeom>
                      <a:noFill/>
                      <a:effectLst/>
                    </p:spPr>
                  </p:pic>
                </p:oleObj>
              </mc:Fallback>
            </mc:AlternateContent>
          </a:graphicData>
        </a:graphic>
      </p:graphicFrame>
      <p:sp>
        <p:nvSpPr>
          <p:cNvPr id="5123" name="TextBox"/>
          <p:cNvSpPr txBox="1">
            <a:spLocks noGrp="1" noSelect="1" noRot="1" noMove="1"/>
          </p:cNvSpPr>
          <p:nvPr/>
        </p:nvSpPr>
        <p:spPr>
          <a:xfrm>
            <a:off x="1834833" y="2994978"/>
            <a:ext cx="6411372" cy="1569660"/>
          </a:xfrm>
          <a:prstGeom prst="rect">
            <a:avLst/>
          </a:prstGeom>
          <a:noFill/>
        </p:spPr>
        <p:txBody>
          <a:bodyPr wrap="none" rtlCol="0" anchor="ctr" anchorCtr="1">
            <a:spAutoFit/>
          </a:bodyPr>
          <a:lstStyle>
            <a:lvl1pPr algn="l">
              <a:lnSpc>
                <a:spcPct val="150000"/>
              </a:lnSpc>
              <a:spcBef>
                <a:spcPct val="0"/>
              </a:spcBef>
              <a:spcAft>
                <a:spcPct val="0"/>
              </a:spcAft>
              <a:defRPr lang="en-US" sz="3200" b="1" noProof="1" dirty="0">
                <a:solidFill>
                  <a:prstClr val="red">
                    <a:lumOff val="30000"/>
                    <a:alpha val="40000"/>
                  </a:prstClr>
                </a:solidFill>
                <a:effectLst>
                  <a:outerShdw blurRad="50800" dist="38100" algn="tr" rotWithShape="0">
                    <a:prstClr val="black">
                      <a:alpha val="80000"/>
                    </a:prstClr>
                  </a:outerShdw>
                </a:effectLst>
                <a:latin typeface="Calibri" pitchFamily="34" charset="0"/>
              </a:defRPr>
            </a:lvl1pPr>
          </a:lstStyle>
          <a:p>
            <a:pPr algn="ctr"/>
            <a:r>
              <a:t>Evaluation only.</a:t>
            </a:r>
          </a:p>
          <a:p>
            <a:pPr algn="ctr"/>
            <a:r>
              <a:t>Created with Aspose.Slides for .NET6 26.10.</a:t>
            </a:r>
          </a:p>
          <a:p>
            <a:pPr algn="ctr"/>
            <a:r>
              <a:t>Copyright 2004-2026Aspose Pty Ltd.</a:t>
            </a:r>
          </a:p>
        </p:txBody>
      </p:sp>
    </p:spTree>
  </p:cSld>
  <p:clrMapOvr>
    <a:masterClrMapping/>
  </p:clrMapOvr>
  <p:transition spd="med"/>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additive="repl">
                                        <p:cTn id="6" dur="1" fill="hold">
                                          <p:stCondLst>
                                            <p:cond delay="0"/>
                                          </p:stCondLst>
                                        </p:cTn>
                                        <p:tgtEl>
                                          <p:spTgt spid="5121">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additive="repl">
                                        <p:cTn id="10" dur="1" fill="hold">
                                          <p:stCondLst>
                                            <p:cond delay="0"/>
                                          </p:stCondLst>
                                        </p:cTn>
                                        <p:tgtEl>
                                          <p:spTgt spid="51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name="">
    <p:spTree>
      <p:nvGrpSpPr>
        <p:cNvPr id="1" name=""/>
        <p:cNvGrpSpPr/>
        <p:nvPr/>
      </p:nvGrpSpPr>
      <p:grpSpPr>
        <a:xfrm>
          <a:off x="0" y="0"/>
          <a:ext cx="0" cy="0"/>
        </a:xfrm>
      </p:grpSpPr>
      <p:sp>
        <p:nvSpPr>
          <p:cNvPr id="6145" name="Rectangle 1">
            <a:extLst>
              <a:ext uri="{FF2B5EF4-FFF2-40B4-BE49-F238E27FC236}">
                <a16:creationId xmlns:a16="http://schemas.microsoft.com/office/drawing/2014/main" id="{03F948A1-6162-4BB3-933A-8DA59C587AF9}"/>
              </a:ext>
            </a:extLst>
          </p:cNvPr>
          <p:cNvSpPr>
            <a:spLocks noGrp="1" noChangeArrowheads="1"/>
          </p:cNvSpPr>
          <p:nvPr>
            <p:ph type="title"/>
          </p:nvPr>
        </p:nvSpPr>
        <p:spPr>
          <a:xfrm>
            <a:off x="503238" y="576263"/>
            <a:ext cx="7199312" cy="720725"/>
          </a:xfrm>
        </p:spPr>
        <p:txBody>
          <a:bodyPr tIns="27215"/>
          <a:lstStyle/>
          <a:p>
            <a:pPr>
              <a:tabLst>
                <a:tab pos="457200"/>
                <a:tab pos="914400"/>
                <a:tab pos="1371600"/>
                <a:tab pos="1828800"/>
                <a:tab pos="2286000"/>
                <a:tab pos="2743200"/>
                <a:tab pos="3200400"/>
                <a:tab pos="3657600"/>
                <a:tab pos="4114800"/>
                <a:tab pos="4572000"/>
                <a:tab pos="5029200"/>
                <a:tab pos="5486400"/>
                <a:tab pos="5943600"/>
                <a:tab pos="6400800"/>
                <a:tab pos="6858000"/>
              </a:tabLst>
            </a:pPr>
            <a:r>
              <a:rPr lang="en-US" altLang="en-US"/>
              <a:t>Table</a:t>
            </a:r>
          </a:p>
        </p:txBody>
      </p:sp>
      <p:graphicFrame>
        <p:nvGraphicFramePr>
          <p:cNvPr id="6146" name="Group 2">
            <a:extLst>
              <a:ext uri="{FF2B5EF4-FFF2-40B4-BE49-F238E27FC236}">
                <a16:creationId xmlns:a16="http://schemas.microsoft.com/office/drawing/2014/main" id="{B6CFEC0B-155C-4915-9545-D9B4C9D1AA42}"/>
              </a:ext>
            </a:extLst>
          </p:cNvPr>
          <p:cNvGraphicFramePr>
            <a:graphicFrameLocks noGrp="1"/>
          </p:cNvGraphicFramePr>
          <p:nvPr/>
        </p:nvGraphicFramePr>
        <p:xfrm>
          <a:off x="503238" y="1800225"/>
          <a:ext cx="9074150" cy="4023935"/>
        </p:xfrm>
        <a:graphic>
          <a:graphicData uri="http://schemas.openxmlformats.org/drawingml/2006/table">
            <a:tbl>
              <a:tblPr/>
              <a:tblGrid>
                <a:gridCol w="1814512">
                  <a:extLst>
                    <a:ext uri="{9D8B030D-6E8A-4147-A177-3AD203B41FA5}">
                      <a16:colId xmlns:a16="http://schemas.microsoft.com/office/drawing/2014/main" val="3519611657"/>
                    </a:ext>
                  </a:extLst>
                </a:gridCol>
                <a:gridCol w="1814513">
                  <a:extLst>
                    <a:ext uri="{9D8B030D-6E8A-4147-A177-3AD203B41FA5}">
                      <a16:colId xmlns:a16="http://schemas.microsoft.com/office/drawing/2014/main" val="4136205056"/>
                    </a:ext>
                  </a:extLst>
                </a:gridCol>
                <a:gridCol w="1816100">
                  <a:extLst>
                    <a:ext uri="{9D8B030D-6E8A-4147-A177-3AD203B41FA5}">
                      <a16:colId xmlns:a16="http://schemas.microsoft.com/office/drawing/2014/main" val="3625555310"/>
                    </a:ext>
                  </a:extLst>
                </a:gridCol>
                <a:gridCol w="1814512">
                  <a:extLst>
                    <a:ext uri="{9D8B030D-6E8A-4147-A177-3AD203B41FA5}">
                      <a16:colId xmlns:a16="http://schemas.microsoft.com/office/drawing/2014/main" val="1534583822"/>
                    </a:ext>
                  </a:extLst>
                </a:gridCol>
                <a:gridCol w="1814513">
                  <a:extLst>
                    <a:ext uri="{9D8B030D-6E8A-4147-A177-3AD203B41FA5}">
                      <a16:colId xmlns:a16="http://schemas.microsoft.com/office/drawing/2014/main" val="2277103304"/>
                    </a:ext>
                  </a:extLst>
                </a:gridCol>
              </a:tblGrid>
              <a:tr h="339725">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r>
                        <a:rPr kumimoji="0" lang="en-US" altLang="en-US" sz="1800" b="0" i="0" u="none" strike="noStrike" cap="none" normalizeH="0" baseline="0">
                          <a:ln>
                            <a:noFill/>
                          </a:ln>
                          <a:solidFill>
                            <a:srgbClr val="000000"/>
                          </a:solidFill>
                          <a:effectLst/>
                          <a:latin typeface="Arial" panose="020b0604020202020204" pitchFamily="34" charset="0"/>
                          <a:cs typeface="Droid Sans Fallback"/>
                        </a:rPr>
                        <a:t>Column 1</a:t>
                      </a: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B3B3B3"/>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r>
                        <a:rPr kumimoji="0" lang="en-US" altLang="en-US" sz="1800" b="0" i="0" u="none" strike="noStrike" cap="none" normalizeH="0" baseline="0">
                          <a:ln>
                            <a:noFill/>
                          </a:ln>
                          <a:solidFill>
                            <a:srgbClr val="000000"/>
                          </a:solidFill>
                          <a:effectLst/>
                          <a:latin typeface="Arial" panose="020b0604020202020204" pitchFamily="34" charset="0"/>
                          <a:cs typeface="DejaVu Sans" charset="0"/>
                        </a:rPr>
                        <a:t>Column 2</a:t>
                      </a: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B3B3B3"/>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r>
                        <a:rPr kumimoji="0" lang="en-US" altLang="en-US" sz="1800" b="0" i="0" u="none" strike="noStrike" cap="none" normalizeH="0" baseline="0">
                          <a:ln>
                            <a:noFill/>
                          </a:ln>
                          <a:solidFill>
                            <a:srgbClr val="000000"/>
                          </a:solidFill>
                          <a:effectLst/>
                          <a:latin typeface="Arial" panose="020b0604020202020204" pitchFamily="34" charset="0"/>
                          <a:cs typeface="DejaVu Sans" charset="0"/>
                        </a:rPr>
                        <a:t>Column 3</a:t>
                      </a: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B3B3B3"/>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r>
                        <a:rPr kumimoji="0" lang="en-US" altLang="en-US" sz="1800" b="0" i="0" u="none" strike="noStrike" cap="none" normalizeH="0" baseline="0">
                          <a:ln>
                            <a:noFill/>
                          </a:ln>
                          <a:solidFill>
                            <a:srgbClr val="000000"/>
                          </a:solidFill>
                          <a:effectLst/>
                          <a:latin typeface="Arial" panose="020b0604020202020204" pitchFamily="34" charset="0"/>
                          <a:cs typeface="DejaVu Sans" charset="0"/>
                        </a:rPr>
                        <a:t>Column 4</a:t>
                      </a: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B3B3B3"/>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r>
                        <a:rPr kumimoji="0" lang="en-US" altLang="en-US" sz="1800" b="0" i="0" u="none" strike="noStrike" cap="none" normalizeH="0" baseline="0">
                          <a:ln>
                            <a:noFill/>
                          </a:ln>
                          <a:solidFill>
                            <a:srgbClr val="000000"/>
                          </a:solidFill>
                          <a:effectLst/>
                          <a:latin typeface="Arial" panose="020b0604020202020204" pitchFamily="34" charset="0"/>
                          <a:cs typeface="DejaVu Sans" charset="0"/>
                        </a:rPr>
                        <a:t>Column 5</a:t>
                      </a:r>
                    </a:p>
                    <a:p>
                      <a:pPr marL="0" marR="0" lvl="0" indent="0" algn="l" defTabSz="457200" rtl="0" eaLnBrk="1" fontAlgn="base" latinLnBrk="0" hangingPunct="0">
                        <a:lnSpc>
                          <a:spcPct val="93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2400" b="0" i="0" u="none" strike="noStrike" cap="none" normalizeH="0" baseline="0">
                        <a:ln>
                          <a:noFill/>
                        </a:ln>
                        <a:solidFill>
                          <a:srgbClr val="000000"/>
                        </a:solidFill>
                        <a:effectLst/>
                        <a:latin typeface="Times New Roman" panose="02020603050405020304" pitchFamily="18" charset="0"/>
                        <a:cs typeface="DejaVu Sans" charset="0"/>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B3B3B3"/>
                    </a:solidFill>
                  </a:tcPr>
                </a:tc>
                <a:extLst>
                  <a:ext uri="{0D108BD9-81ED-4DB2-BD59-A6C34878D82A}">
                    <a16:rowId xmlns:a16="http://schemas.microsoft.com/office/drawing/2014/main" val="3280331020"/>
                  </a:ext>
                </a:extLst>
              </a:tr>
              <a:tr h="339725">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CCCCCC"/>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CCCCCC"/>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CCCCCC"/>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CCCCCC"/>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CCCCCC"/>
                    </a:solidFill>
                  </a:tcPr>
                </a:tc>
                <a:extLst>
                  <a:ext uri="{0D108BD9-81ED-4DB2-BD59-A6C34878D82A}">
                    <a16:rowId xmlns:a16="http://schemas.microsoft.com/office/drawing/2014/main" val="2130407615"/>
                  </a:ext>
                </a:extLst>
              </a:tr>
              <a:tr h="339725">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E6E6E6"/>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E6E6E6"/>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E6E6E6"/>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E6E6E6"/>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E6E6E6"/>
                    </a:solidFill>
                  </a:tcPr>
                </a:tc>
                <a:extLst>
                  <a:ext uri="{0D108BD9-81ED-4DB2-BD59-A6C34878D82A}">
                    <a16:rowId xmlns:a16="http://schemas.microsoft.com/office/drawing/2014/main" val="4080993000"/>
                  </a:ext>
                </a:extLst>
              </a:tr>
              <a:tr h="339725">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CCCCCC"/>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CCCCCC"/>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CCCCCC"/>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CCCCCC"/>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CCCCCC"/>
                    </a:solidFill>
                  </a:tcPr>
                </a:tc>
                <a:extLst>
                  <a:ext uri="{0D108BD9-81ED-4DB2-BD59-A6C34878D82A}">
                    <a16:rowId xmlns:a16="http://schemas.microsoft.com/office/drawing/2014/main" val="340453150"/>
                  </a:ext>
                </a:extLst>
              </a:tr>
              <a:tr h="339725">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E6E6E6"/>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E6E6E6"/>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E6E6E6"/>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E6E6E6"/>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E6E6E6"/>
                    </a:solidFill>
                  </a:tcPr>
                </a:tc>
                <a:extLst>
                  <a:ext uri="{0D108BD9-81ED-4DB2-BD59-A6C34878D82A}">
                    <a16:rowId xmlns:a16="http://schemas.microsoft.com/office/drawing/2014/main" val="112448051"/>
                  </a:ext>
                </a:extLst>
              </a:tr>
              <a:tr h="339725">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CCCCCC"/>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CCCCCC"/>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CCCCCC"/>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CCCCCC"/>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CCCCCC"/>
                    </a:solidFill>
                  </a:tcPr>
                </a:tc>
                <a:extLst>
                  <a:ext uri="{0D108BD9-81ED-4DB2-BD59-A6C34878D82A}">
                    <a16:rowId xmlns:a16="http://schemas.microsoft.com/office/drawing/2014/main" val="1862231515"/>
                  </a:ext>
                </a:extLst>
              </a:tr>
              <a:tr h="339725">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E6E6E6"/>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E6E6E6"/>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E6E6E6"/>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E6E6E6"/>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E6E6E6"/>
                    </a:solidFill>
                  </a:tcPr>
                </a:tc>
                <a:extLst>
                  <a:ext uri="{0D108BD9-81ED-4DB2-BD59-A6C34878D82A}">
                    <a16:rowId xmlns:a16="http://schemas.microsoft.com/office/drawing/2014/main" val="4041558287"/>
                  </a:ext>
                </a:extLst>
              </a:tr>
              <a:tr h="339725">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CCCCCC"/>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CCCCCC"/>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CCCCCC"/>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CCCCCC"/>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CCCCCC"/>
                    </a:solidFill>
                  </a:tcPr>
                </a:tc>
                <a:extLst>
                  <a:ext uri="{0D108BD9-81ED-4DB2-BD59-A6C34878D82A}">
                    <a16:rowId xmlns:a16="http://schemas.microsoft.com/office/drawing/2014/main" val="1159906109"/>
                  </a:ext>
                </a:extLst>
              </a:tr>
              <a:tr h="339725">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E6E6E6"/>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E6E6E6"/>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E6E6E6"/>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E6E6E6"/>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E6E6E6"/>
                    </a:solidFill>
                  </a:tcPr>
                </a:tc>
                <a:extLst>
                  <a:ext uri="{0D108BD9-81ED-4DB2-BD59-A6C34878D82A}">
                    <a16:rowId xmlns:a16="http://schemas.microsoft.com/office/drawing/2014/main" val="2197324914"/>
                  </a:ext>
                </a:extLst>
              </a:tr>
              <a:tr h="339725">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CCCCCC"/>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CCCCCC"/>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CCCCCC"/>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CCCCCC"/>
                    </a:solidFill>
                  </a:tcPr>
                </a:tc>
                <a:tc>
                  <a:txBody>
                    <a:bodyPr vert="horz" wrap="square"/>
                    <a:lstStyle>
                      <a:lvl1pPr>
                        <a:spcAft>
                          <a:spcPts val="142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1pPr>
                      <a:lvl2pPr>
                        <a:spcAft>
                          <a:spcPts val="113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2pPr>
                      <a:lvl3pPr>
                        <a:spcAft>
                          <a:spcPts val="850"/>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3pPr>
                      <a:lvl4pPr>
                        <a:spcAft>
                          <a:spcPts val="575"/>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4pPr>
                      <a:lvl5pPr>
                        <a:spcAft>
                          <a:spcPts val="288"/>
                        </a:spcAft>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5pPr>
                      <a:lvl6pPr marL="25146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6pPr>
                      <a:lvl7pPr marL="29718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7pPr>
                      <a:lvl8pPr marL="34290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8pPr>
                      <a:lvl9pPr marL="3886200" indent="-228600" defTabSz="457200" fontAlgn="base" hangingPunct="0">
                        <a:lnSpc>
                          <a:spcPct val="94000"/>
                        </a:lnSpc>
                        <a:spcBef>
                          <a:spcPct val="0"/>
                        </a:spcBef>
                        <a:spcAft>
                          <a:spcPts val="288"/>
                        </a:spcAft>
                        <a:buClr>
                          <a:srgbClr val="000000"/>
                        </a:buClr>
                        <a:buSzTx/>
                        <a:buFont typeface="Times New Roman" panose="02020603050405020304" pitchFamily="18" charset="0"/>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defRPr sz="2200">
                          <a:solidFill>
                            <a:srgbClr val="000000"/>
                          </a:solidFill>
                          <a:latin typeface="Arial" panose="020b0604020202020204" pitchFamily="34" charset="0"/>
                          <a:cs typeface="WenQuanYi Zen Hei"/>
                        </a:defRPr>
                      </a:lvl9pPr>
                    </a:lstStyle>
                    <a:p>
                      <a:pPr marL="0" marR="0" lvl="0" indent="0" algn="l" defTabSz="457200" rtl="0" eaLnBrk="1" fontAlgn="base" latinLnBrk="0" hangingPunct="0">
                        <a:lnSpc>
                          <a:spcPct val="94000"/>
                        </a:lnSpc>
                        <a:spcBef>
                          <a:spcPct val="0"/>
                        </a:spcBef>
                        <a:spcAft>
                          <a:spcPct val="0"/>
                        </a:spcAft>
                        <a:buClr>
                          <a:srgbClr val="000000"/>
                        </a:buClr>
                        <a:buSzTx/>
                        <a:buFont typeface="Times New Roman" panose="02020603050405020304" pitchFamily="18" charset="0"/>
                        <a:buNone/>
                        <a:tabLst>
                          <a:tab pos="457200"/>
                          <a:tab pos="914400"/>
                          <a:tab pos="1371600"/>
                          <a:tab pos="1828800"/>
                          <a:tab pos="2286000"/>
                          <a:tab pos="2743200"/>
                          <a:tab pos="3200400"/>
                          <a:tab pos="3657600"/>
                          <a:tab pos="4114800"/>
                          <a:tab pos="4572000"/>
                          <a:tab pos="5029200"/>
                          <a:tab pos="5486400"/>
                          <a:tab pos="5943600"/>
                          <a:tab pos="6400800"/>
                          <a:tab pos="6858000"/>
                          <a:tab pos="7315200"/>
                          <a:tab pos="7772400"/>
                          <a:tab pos="8229600"/>
                          <a:tab pos="8686800"/>
                        </a:tabLst>
                      </a:pPr>
                      <a:endParaRPr kumimoji="0" lang="en-US" altLang="en-US" sz="1800" b="0" i="0" u="none" strike="noStrike" cap="none" normalizeH="0" baseline="0">
                        <a:ln>
                          <a:noFill/>
                        </a:ln>
                        <a:solidFill>
                          <a:srgbClr val="000000"/>
                        </a:solidFill>
                        <a:effectLst/>
                        <a:latin typeface="Arial" panose="020b0604020202020204" pitchFamily="34" charset="0"/>
                        <a:cs typeface="Droid Sans Fallback"/>
                      </a:endParaRPr>
                    </a:p>
                  </a:txBody>
                  <a:tcPr marL="90000" marR="90000" marT="60407" marB="46800" horzOverflow="overflow">
                    <a:lnL w="720" cap="flat" cmpd="sng" algn="ctr">
                      <a:solidFill>
                        <a:srgbClr val="FFFFFF"/>
                      </a:solidFill>
                      <a:prstDash val="solid"/>
                      <a:round/>
                      <a:headEnd type="none" w="med" len="med"/>
                      <a:tailEnd type="none" w="med" len="med"/>
                    </a:lnL>
                    <a:lnR w="720" cap="flat" cmpd="sng" algn="ctr">
                      <a:solidFill>
                        <a:srgbClr val="FFFFFF"/>
                      </a:solidFill>
                      <a:prstDash val="solid"/>
                      <a:round/>
                      <a:headEnd type="none" w="med" len="med"/>
                      <a:tailEnd type="none" w="med" len="med"/>
                    </a:lnR>
                    <a:lnT w="720" cap="flat" cmpd="sng" algn="ctr">
                      <a:solidFill>
                        <a:srgbClr val="FFFFFF"/>
                      </a:solidFill>
                      <a:prstDash val="solid"/>
                      <a:round/>
                      <a:headEnd type="none" w="med" len="med"/>
                      <a:tailEnd type="none" w="med" len="med"/>
                    </a:lnT>
                    <a:lnB w="720" cap="flat" cmpd="sng" algn="ctr">
                      <a:solidFill>
                        <a:srgbClr val="FFFFFF"/>
                      </a:solidFill>
                      <a:prstDash val="solid"/>
                      <a:round/>
                      <a:headEnd type="none" w="med" len="med"/>
                      <a:tailEnd type="none" w="med" len="med"/>
                    </a:lnB>
                    <a:lnTlToBr>
                      <a:noFill/>
                    </a:lnTlToBr>
                    <a:lnBlToTr>
                      <a:noFill/>
                    </a:lnBlToTr>
                    <a:solidFill>
                      <a:srgbClr val="CCCCCC"/>
                    </a:solidFill>
                  </a:tcPr>
                </a:tc>
                <a:extLst>
                  <a:ext uri="{0D108BD9-81ED-4DB2-BD59-A6C34878D82A}">
                    <a16:rowId xmlns:a16="http://schemas.microsoft.com/office/drawing/2014/main" val="3974497172"/>
                  </a:ext>
                </a:extLst>
              </a:tr>
            </a:tbl>
          </a:graphicData>
        </a:graphic>
      </p:graphicFrame>
      <p:sp>
        <p:nvSpPr>
          <p:cNvPr id="6147" name="TextBox"/>
          <p:cNvSpPr txBox="1">
            <a:spLocks noGrp="1" noSelect="1" noRot="1" noMove="1"/>
          </p:cNvSpPr>
          <p:nvPr/>
        </p:nvSpPr>
        <p:spPr>
          <a:xfrm>
            <a:off x="1834833" y="2994978"/>
            <a:ext cx="6411372" cy="1569660"/>
          </a:xfrm>
          <a:prstGeom prst="rect">
            <a:avLst/>
          </a:prstGeom>
          <a:noFill/>
        </p:spPr>
        <p:txBody>
          <a:bodyPr wrap="none" rtlCol="0" anchor="ctr" anchorCtr="1">
            <a:spAutoFit/>
          </a:bodyPr>
          <a:lstStyle>
            <a:lvl1pPr algn="l">
              <a:lnSpc>
                <a:spcPct val="150000"/>
              </a:lnSpc>
              <a:spcBef>
                <a:spcPct val="0"/>
              </a:spcBef>
              <a:spcAft>
                <a:spcPct val="0"/>
              </a:spcAft>
              <a:defRPr lang="en-US" sz="3200" b="1" noProof="1" dirty="0">
                <a:solidFill>
                  <a:prstClr val="red">
                    <a:lumOff val="30000"/>
                    <a:alpha val="40000"/>
                  </a:prstClr>
                </a:solidFill>
                <a:effectLst>
                  <a:outerShdw blurRad="50800" dist="38100" algn="tr" rotWithShape="0">
                    <a:prstClr val="black">
                      <a:alpha val="80000"/>
                    </a:prstClr>
                  </a:outerShdw>
                </a:effectLst>
                <a:latin typeface="Calibri" pitchFamily="34" charset="0"/>
              </a:defRPr>
            </a:lvl1pPr>
          </a:lstStyle>
          <a:p>
            <a:pPr algn="ctr"/>
            <a:r>
              <a:t>Evaluation only.</a:t>
            </a:r>
          </a:p>
          <a:p>
            <a:pPr algn="ctr"/>
            <a:r>
              <a:t>Created with Aspose.Slides for .NET6 26.10.</a:t>
            </a:r>
          </a:p>
          <a:p>
            <a:pPr algn="ctr"/>
            <a:r>
              <a:t>Copyright 2004-2026Aspose Pty Ltd.</a:t>
            </a:r>
          </a:p>
        </p:txBody>
      </p:sp>
    </p:spTree>
  </p:cSld>
  <p:clrMapOvr>
    <a:masterClrMapping/>
  </p:clrMapOvr>
  <p:transition spd="med"/>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additive="repl">
                                        <p:cTn id="6" dur="1" fill="hold">
                                          <p:stCondLst>
                                            <p:cond delay="0"/>
                                          </p:stCondLst>
                                        </p:cTn>
                                        <p:tgtEl>
                                          <p:spTgt spid="6145">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additive="repl">
                                        <p:cTn id="10" dur="1" fill="hold">
                                          <p:stCondLst>
                                            <p:cond delay="0"/>
                                          </p:stCondLst>
                                        </p:cTn>
                                        <p:tgtEl>
                                          <p:spTgt spid="61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ags/tag1.xml><?xml version="1.0" encoding="utf-8"?>
<p:tagLst xmlns:p="http://schemas.openxmlformats.org/presentationml/2006/main">
  <p:tag name="AS_NET" val="10.0.12"/>
  <p:tag name="AS_OS" val="Microsoft Windows NT 10.0.28000.0"/>
  <p:tag name="AS_RELEASE_DATE" val="2026.10.14"/>
  <p:tag name="AS_TITLE" val="Aspose.Slides for .NET6"/>
  <p:tag name="AS_VERSION" val="26.10"/>
</p:tagLst>
</file>

<file path=ppt/theme/theme1.xml><?xml version="1.0" encoding="utf-8"?>
<a:theme xmlns:r="http://schemas.openxmlformats.org/officeDocument/2006/relationships" xmlns:a="http://schemas.openxmlformats.org/drawingml/2006/main" name="Office Theme">
  <a:themeElements>
    <a:clrScheme name="Office Them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Theme">
      <a:majorFont>
        <a:latin typeface="Arial"/>
        <a:ea typeface="Arial"/>
        <a:cs typeface="Droid Sans Fallback"/>
      </a:majorFont>
      <a:minorFont>
        <a:latin typeface="Arial"/>
        <a:ea typeface="Arial"/>
        <a:cs typeface="Droid Sans Fallback"/>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rgbClr val="00B8FF"/>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457200" rtl="0" eaLnBrk="1" fontAlgn="base" latinLnBrk="0" hangingPunct="0">
          <a:lnSpc>
            <a:spcPct val="94000"/>
          </a:lnSpc>
          <a:spcBef>
            <a:spcPct val="0"/>
          </a:spcBef>
          <a:spcAft>
            <a:spcPct val="0"/>
          </a:spcAft>
          <a:buClr>
            <a:srgbClr val="000000"/>
          </a:buClr>
          <a:buSzPct val="100000"/>
          <a:buFont typeface="Times New Roman" panose="02020603050405020304" pitchFamily="18" charset="0"/>
          <a:buNone/>
          <a:tabLst/>
          <a:defRPr kumimoji="0" lang="en-GB" altLang="en-US" sz="1800" b="0" i="0" u="none" strike="noStrike" cap="none" normalizeH="0" baseline="0" smtClean="0">
            <a:ln>
              <a:noFill/>
            </a:ln>
            <a:effectLst/>
            <a:latin typeface="Arial" panose="020B0604020202020204" pitchFamily="34" charset="0"/>
            <a:cs typeface="Droid Sans Fallback" charset="0"/>
          </a:defRPr>
        </a:defPPr>
      </a:lstStyle>
    </a:spDef>
    <a:lnDef>
      <a:spPr bwMode="auto">
        <a:xfrm>
          <a:off x="0" y="0"/>
          <a:ext cx="1" cy="1"/>
        </a:xfrm>
        <a:custGeom>
          <a:avLst/>
          <a:gdLst/>
          <a:ahLst/>
          <a:cxnLst/>
          <a:rect l="0" t="0" r="0" b="0"/>
          <a:pathLst/>
        </a:custGeom>
        <a:solidFill>
          <a:srgbClr val="00B8FF"/>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457200" rtl="0" eaLnBrk="1" fontAlgn="base" latinLnBrk="0" hangingPunct="0">
          <a:lnSpc>
            <a:spcPct val="94000"/>
          </a:lnSpc>
          <a:spcBef>
            <a:spcPct val="0"/>
          </a:spcBef>
          <a:spcAft>
            <a:spcPct val="0"/>
          </a:spcAft>
          <a:buClr>
            <a:srgbClr val="000000"/>
          </a:buClr>
          <a:buSzPct val="100000"/>
          <a:buFont typeface="Times New Roman" panose="02020603050405020304" pitchFamily="18" charset="0"/>
          <a:buNone/>
          <a:tabLst/>
          <a:defRPr kumimoji="0" lang="en-GB" altLang="en-US" sz="1800" b="0" i="0" u="none" strike="noStrike" cap="none" normalizeH="0" baseline="0" smtClean="0">
            <a:ln>
              <a:noFill/>
            </a:ln>
            <a:effectLst/>
            <a:latin typeface="Arial" panose="020B0604020202020204" pitchFamily="34" charset="0"/>
            <a:cs typeface="Droid Sans Fallback" charset="0"/>
          </a:defRPr>
        </a:defPPr>
      </a:lstStyle>
    </a:lnDef>
  </a:objectDefaults>
  <a:extraClrSchemeLst>
    <a:extraClrScheme>
      <a:clrScheme name="Office Them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Them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Them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Them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Them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Them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Them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r="http://schemas.openxmlformats.org/officeDocument/2006/relationships" xmlns:a="http://schemas.openxmlformats.org/drawingml/2006/main" name="Office Theme">
  <a:themeElements>
    <a:clrScheme name="Office Them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Theme">
      <a:majorFont>
        <a:latin typeface="Arial"/>
        <a:ea typeface="Arial"/>
        <a:cs typeface="WenQuanYi Zen Hei"/>
      </a:majorFont>
      <a:minorFont>
        <a:latin typeface="Arial"/>
        <a:ea typeface="Arial"/>
        <a:cs typeface="WenQuanYi Zen Hei"/>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rgbClr val="00B8FF"/>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457200" rtl="0" eaLnBrk="1" fontAlgn="base" latinLnBrk="0" hangingPunct="0">
          <a:lnSpc>
            <a:spcPct val="94000"/>
          </a:lnSpc>
          <a:spcBef>
            <a:spcPct val="0"/>
          </a:spcBef>
          <a:spcAft>
            <a:spcPct val="0"/>
          </a:spcAft>
          <a:buClr>
            <a:srgbClr val="000000"/>
          </a:buClr>
          <a:buSzPct val="100000"/>
          <a:buFont typeface="Times New Roman" panose="02020603050405020304" pitchFamily="18" charset="0"/>
          <a:buNone/>
          <a:tabLst/>
          <a:defRPr kumimoji="0" lang="en-GB" altLang="en-US" sz="1800" b="0" i="0" u="none" strike="noStrike" cap="none" normalizeH="0" baseline="0" smtClean="0">
            <a:ln>
              <a:noFill/>
            </a:ln>
            <a:effectLst/>
            <a:latin typeface="Arial" panose="020B0604020202020204" pitchFamily="34" charset="0"/>
            <a:cs typeface="Droid Sans Fallback" charset="0"/>
          </a:defRPr>
        </a:defPPr>
      </a:lstStyle>
    </a:spDef>
    <a:lnDef>
      <a:spPr bwMode="auto">
        <a:xfrm>
          <a:off x="0" y="0"/>
          <a:ext cx="1" cy="1"/>
        </a:xfrm>
        <a:custGeom>
          <a:avLst/>
          <a:gdLst/>
          <a:ahLst/>
          <a:cxnLst/>
          <a:rect l="0" t="0" r="0" b="0"/>
          <a:pathLst/>
        </a:custGeom>
        <a:solidFill>
          <a:srgbClr val="00B8FF"/>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457200" rtl="0" eaLnBrk="1" fontAlgn="base" latinLnBrk="0" hangingPunct="0">
          <a:lnSpc>
            <a:spcPct val="94000"/>
          </a:lnSpc>
          <a:spcBef>
            <a:spcPct val="0"/>
          </a:spcBef>
          <a:spcAft>
            <a:spcPct val="0"/>
          </a:spcAft>
          <a:buClr>
            <a:srgbClr val="000000"/>
          </a:buClr>
          <a:buSzPct val="100000"/>
          <a:buFont typeface="Times New Roman" panose="02020603050405020304" pitchFamily="18" charset="0"/>
          <a:buNone/>
          <a:tabLst/>
          <a:defRPr kumimoji="0" lang="en-GB" altLang="en-US" sz="1800" b="0" i="0" u="none" strike="noStrike" cap="none" normalizeH="0" baseline="0" smtClean="0">
            <a:ln>
              <a:noFill/>
            </a:ln>
            <a:effectLst/>
            <a:latin typeface="Arial" panose="020B0604020202020204" pitchFamily="34" charset="0"/>
            <a:cs typeface="Droid Sans Fallback" charset="0"/>
          </a:defRPr>
        </a:defPPr>
      </a:lstStyle>
    </a:lnDef>
  </a:objectDefaults>
  <a:extraClrSchemeLst>
    <a:extraClrScheme>
      <a:clrScheme name="Office Them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Them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Them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Them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Them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Them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Them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r="http://schemas.openxmlformats.org/officeDocument/2006/relationships"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vt="http://schemas.openxmlformats.org/officeDocument/2006/docPropsVTypes" xmlns="http://schemas.openxmlformats.org/officeDocument/2006/extended-properties">
  <Company/>
  <PresentationFormat>Custom</PresentationFormat>
  <Paragraphs>5</Paragraphs>
  <Slides>3</Slides>
  <Notes>3</Notes>
  <TotalTime>0</TotalTime>
  <HiddenSlides>0</HiddenSlides>
  <MMClips>0</MMClips>
  <ScaleCrop>0</ScaleCrop>
  <HeadingPairs>
    <vt:vector baseType="variant" size="6">
      <vt:variant>
        <vt:lpstr>Fonts Used</vt:lpstr>
      </vt:variant>
      <vt:variant>
        <vt:i4>7</vt:i4>
      </vt:variant>
      <vt:variant>
        <vt:lpstr>Theme</vt:lpstr>
      </vt:variant>
      <vt:variant>
        <vt:i4>1</vt:i4>
      </vt:variant>
      <vt:variant>
        <vt:lpstr>Slide Titles</vt:lpstr>
      </vt:variant>
      <vt:variant>
        <vt:i4>3</vt:i4>
      </vt:variant>
    </vt:vector>
  </HeadingPairs>
  <TitlesOfParts>
    <vt:vector baseType="lpstr" size="11">
      <vt:lpstr>Arial</vt:lpstr>
      <vt:lpstr>Droid Sans Fallback</vt:lpstr>
      <vt:lpstr>Times New Roman</vt:lpstr>
      <vt:lpstr>DejaVu Sans</vt:lpstr>
      <vt:lpstr>WenQuanYi Zen Hei</vt:lpstr>
      <vt:lpstr>Calibri Light</vt:lpstr>
      <vt:lpstr>Calibri</vt:lpstr>
      <vt:lpstr>Office Theme</vt:lpstr>
      <vt:lpstr>Lorem ipsum</vt:lpstr>
      <vt:lpstr>Chart</vt:lpstr>
      <vt:lpstr>Table</vt:lpstr>
    </vt:vector>
  </TitlesOfParts>
  <LinksUpToDate>0</LinksUpToDate>
  <SharedDoc>0</SharedDoc>
  <HyperlinksChanged>0</HyperlinksChanged>
  <Application>Aspose.Slides for .NET</Application>
  <AppVersion>26.1000</AppVersion>
</Properties>
</file>

<file path=docProps/core.xml><?xml version="1.0" encoding="utf-8"?>
<cp:coreProperties xmlns:dc="http://purl.org/dc/elements/1.1/" xmlns:dcterms="http://purl.org/dc/terms/" xmlns:dcmitype="http://purl.org/dc/dcmitype/" xmlns:xsi="http://www.w3.org/2001/XMLSchema-instance" xmlns:cp="http://schemas.openxmlformats.org/package/2006/metadata/core-properties">
  <dc:title>Lorem ipsum</dc:title>
  <cp:revision>1</cp:revision>
</cp:coreProperties>
</file>