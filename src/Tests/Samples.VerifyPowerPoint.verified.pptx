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DeterministicId1" Type="http://schemas.openxmlformats.org/officeDocument/2006/relationships/extended-properties" Target="docProps/app.xml" /><Relationship Id="DeterministicId2" Type="http://schemas.openxmlformats.org/officeDocument/2006/relationships/officeDocument" Target="ppt/presentation.xml" /><Relationship Id="DeterministicId3" Type="http://schemas.openxmlformats.org/package/2006/relationships/metadata/core-properties" Target="docProps/core.xml" /><Relationship Id="DeterministicId4" Type="http://schemas.openxmlformats.org/package/2006/relationships/metadata/thumbnail" Target="docProps/thumbnail.jpeg" /></Relationships>
</file>

<file path=ppt/presentation.xml><?xml version="1.0" encoding="utf-8"?>
<!--Generated by Aspose.Slides for .NET 26.10-->
<p:presentation xmlns:r="http://schemas.openxmlformats.org/officeDocument/2006/relationships" xmlns:a="http://schemas.openxmlformats.org/drawingml/2006/main" xmlns:p="http://schemas.openxmlformats.org/presentationml/2006/main" strictFirstAndLastChars="0" saveSubsetFonts="1">
  <p:sldMasterIdLst>
    <p:sldMasterId id="2147483648" r:id="DeterministicId6"/>
    <p:sldMasterId id="2147483649" r:id="DeterministicId7"/>
  </p:sldMasterIdLst>
  <p:notesMasterIdLst>
    <p:notesMasterId r:id="DeterministicId1"/>
  </p:notesMasterIdLst>
  <p:sldIdLst>
    <p:sldId id="256" r:id="DeterministicId3"/>
    <p:sldId id="257" r:id="DeterministicId4"/>
    <p:sldId id="258" r:id="DeterministicId5"/>
  </p:sldIdLst>
  <p:sldSz cx="10080625" cy="7559675"/>
  <p:notesSz cx="7559675" cy="10691813"/>
  <p:custDataLst>
    <p:tags r:id="DeterministicId9"/>
  </p:custDataLst>
  <p:defaultTextStyle>
    <a:defPPr>
      <a:defRPr lang="en-GB"/>
    </a:defPPr>
    <a:lvl1pPr algn="l" defTabSz="457200" rtl="0" fontAlgn="base" hangingPunct="0">
      <a:lnSpc>
        <a:spcPct val="94000"/>
      </a:lnSpc>
      <a:spcBef>
        <a:spcPct val="0"/>
      </a:spcBef>
      <a:spcAft>
        <a:spcPct val="0"/>
      </a:spcAft>
      <a:buClr>
        <a:srgbClr val="000000"/>
      </a:buClr>
      <a:buSzTx/>
      <a:buFont typeface="Times New Roman" panose="02020603050405020304" pitchFamily="18" charset="0"/>
      <a:defRPr kern="1200">
        <a:solidFill>
          <a:schemeClr val="tx1"/>
        </a:solidFill>
        <a:latin typeface="Arial" panose="020b0604020202020204" pitchFamily="34" charset="0"/>
        <a:ea typeface="+mn-ea"/>
        <a:cs typeface="Droid Sans Fallback"/>
      </a:defRPr>
    </a:lvl1pPr>
    <a:lvl2pPr marL="742950" indent="-285750" algn="l" defTabSz="457200" rtl="0" fontAlgn="base" hangingPunct="0">
      <a:lnSpc>
        <a:spcPct val="94000"/>
      </a:lnSpc>
      <a:spcBef>
        <a:spcPct val="0"/>
      </a:spcBef>
      <a:spcAft>
        <a:spcPct val="0"/>
      </a:spcAft>
      <a:buClr>
        <a:srgbClr val="000000"/>
      </a:buClr>
      <a:buSzTx/>
      <a:buFont typeface="Times New Roman" panose="02020603050405020304" pitchFamily="18" charset="0"/>
      <a:defRPr kern="1200">
        <a:solidFill>
          <a:schemeClr val="tx1"/>
        </a:solidFill>
        <a:latin typeface="Arial" panose="020b0604020202020204" pitchFamily="34" charset="0"/>
        <a:ea typeface="+mn-ea"/>
        <a:cs typeface="Droid Sans Fallback"/>
      </a:defRPr>
    </a:lvl2pPr>
    <a:lvl3pPr marL="11430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kern="1200">
        <a:solidFill>
          <a:schemeClr val="tx1"/>
        </a:solidFill>
        <a:latin typeface="Arial" panose="020b0604020202020204" pitchFamily="34" charset="0"/>
        <a:ea typeface="+mn-ea"/>
        <a:cs typeface="Droid Sans Fallback"/>
      </a:defRPr>
    </a:lvl3pPr>
    <a:lvl4pPr marL="16002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kern="1200">
        <a:solidFill>
          <a:schemeClr val="tx1"/>
        </a:solidFill>
        <a:latin typeface="Arial" panose="020b0604020202020204" pitchFamily="34" charset="0"/>
        <a:ea typeface="+mn-ea"/>
        <a:cs typeface="Droid Sans Fallback"/>
      </a:defRPr>
    </a:lvl4pPr>
    <a:lvl5pPr marL="20574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kern="1200">
        <a:solidFill>
          <a:schemeClr val="tx1"/>
        </a:solidFill>
        <a:latin typeface="Arial" panose="020b0604020202020204" pitchFamily="34" charset="0"/>
        <a:ea typeface="+mn-ea"/>
        <a:cs typeface="Droid Sans Fallback"/>
      </a:defRPr>
    </a:lvl5pPr>
    <a:lvl6pPr marL="2286000" algn="l" defTabSz="914400" rtl="0" eaLnBrk="1" latinLnBrk="0" hangingPunct="1">
      <a:defRPr kern="1200">
        <a:solidFill>
          <a:schemeClr val="tx1"/>
        </a:solidFill>
        <a:latin typeface="Arial" panose="020b0604020202020204" pitchFamily="34" charset="0"/>
        <a:ea typeface="+mn-ea"/>
        <a:cs typeface="Droid Sans Fallback"/>
      </a:defRPr>
    </a:lvl6pPr>
    <a:lvl7pPr marL="2743200" algn="l" defTabSz="914400" rtl="0" eaLnBrk="1" latinLnBrk="0" hangingPunct="1">
      <a:defRPr kern="1200">
        <a:solidFill>
          <a:schemeClr val="tx1"/>
        </a:solidFill>
        <a:latin typeface="Arial" panose="020b0604020202020204" pitchFamily="34" charset="0"/>
        <a:ea typeface="+mn-ea"/>
        <a:cs typeface="Droid Sans Fallback"/>
      </a:defRPr>
    </a:lvl7pPr>
    <a:lvl8pPr marL="3200400" algn="l" defTabSz="914400" rtl="0" eaLnBrk="1" latinLnBrk="0" hangingPunct="1">
      <a:defRPr kern="1200">
        <a:solidFill>
          <a:schemeClr val="tx1"/>
        </a:solidFill>
        <a:latin typeface="Arial" panose="020b0604020202020204" pitchFamily="34" charset="0"/>
        <a:ea typeface="+mn-ea"/>
        <a:cs typeface="Droid Sans Fallback"/>
      </a:defRPr>
    </a:lvl8pPr>
    <a:lvl9pPr marL="3657600" algn="l" defTabSz="914400" rtl="0" eaLnBrk="1" latinLnBrk="0" hangingPunct="1">
      <a:defRPr kern="1200">
        <a:solidFill>
          <a:schemeClr val="tx1"/>
        </a:solidFill>
        <a:latin typeface="Arial" panose="020b0604020202020204" pitchFamily="34" charset="0"/>
        <a:ea typeface="+mn-ea"/>
        <a:cs typeface="Droid Sans Fallback"/>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9" y="82"/>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presProps" Target="presProps.xml" /><Relationship Id="DeterministicId3" Type="http://schemas.openxmlformats.org/officeDocument/2006/relationships/slide" Target="slides/slide1.xml" /><Relationship Id="DeterministicId4" Type="http://schemas.openxmlformats.org/officeDocument/2006/relationships/slide" Target="slides/slide2.xml" /><Relationship Id="DeterministicId5" Type="http://schemas.openxmlformats.org/officeDocument/2006/relationships/slide" Target="slides/slide3.xml" /><Relationship Id="DeterministicId6" Type="http://schemas.openxmlformats.org/officeDocument/2006/relationships/slideMaster" Target="slideMasters/slideMaster1.xml" /><Relationship Id="DeterministicId7" Type="http://schemas.openxmlformats.org/officeDocument/2006/relationships/slideMaster" Target="slideMasters/slideMaster2.xml" /><Relationship Id="DeterministicId8" Type="http://schemas.openxmlformats.org/officeDocument/2006/relationships/tableStyles" Target="tableStyles.xml" /><Relationship Id="DeterministicId9" Type="http://schemas.openxmlformats.org/officeDocument/2006/relationships/tags" Target="tags/tag1.xml" /><Relationship Id="DeterministicId10" Type="http://schemas.openxmlformats.org/officeDocument/2006/relationships/theme" Target="theme/theme1.xml" /><Relationship Id="DeterministicId11" Type="http://schemas.openxmlformats.org/officeDocument/2006/relationships/viewProps" Target="viewProps.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2.emf" /></Relationships>
</file>

<file path=ppt/notesMasters/_rels/notesMaster1.xml.rels>&#65279;<?xml version="1.0" encoding="utf-8" standalone="yes"?><Relationships xmlns="http://schemas.openxmlformats.org/package/2006/relationships"><Relationship Id="Deterministic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rgbClr val="FFFFFF"/>
        </a:solidFill>
        <a:effectLst/>
      </p:bgPr>
    </p:bg>
    <p:spTree>
      <p:nvGrpSpPr>
        <p:cNvPr id="1" name=""/>
        <p:cNvGrpSpPr/>
        <p:nvPr/>
      </p:nvGrpSpPr>
      <p:grpSpPr>
        <a:xfrm>
          <a:off x="0" y="0"/>
          <a:ext cx="0" cy="0"/>
        </a:xfrm>
      </p:grpSpPr>
      <p:sp>
        <p:nvSpPr>
          <p:cNvPr id="3073" name="Rectangle 1">
            <a:extLst>
              <a:ext uri="{FF2B5EF4-FFF2-40B4-BE49-F238E27FC236}">
                <a16:creationId xmlns:a16="http://schemas.microsoft.com/office/drawing/2014/main" id="{23E737A9-070C-4BDF-89FF-E71DC9780074}"/>
              </a:ext>
            </a:extLst>
          </p:cNvPr>
          <p:cNvSpPr>
            <a:spLocks noGrp="1" noChangeArrowheads="1"/>
          </p:cNvSpPr>
          <p:nvPr>
            <p:ph type="sldImg"/>
          </p:nvPr>
        </p:nvSpPr>
        <p:spPr bwMode="auto">
          <a:xfrm>
            <a:off x="1484313" y="900113"/>
            <a:ext cx="4587875" cy="344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4" name="Rectangle 2">
            <a:extLst>
              <a:ext uri="{FF2B5EF4-FFF2-40B4-BE49-F238E27FC236}">
                <a16:creationId xmlns:a16="http://schemas.microsoft.com/office/drawing/2014/main" id="{50C9951B-2B3F-4AAA-8519-1C464B14D64B}"/>
              </a:ext>
            </a:extLst>
          </p:cNvPr>
          <p:cNvSpPr>
            <a:spLocks noGrp="1" noChangeArrowheads="1"/>
          </p:cNvSpPr>
          <p:nvPr>
            <p:ph type="body" idx="1"/>
          </p:nvPr>
        </p:nvSpPr>
        <p:spPr bwMode="auto">
          <a:xfrm>
            <a:off x="720725" y="4679950"/>
            <a:ext cx="6118225" cy="503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3075" name="Rectangle 3">
            <a:extLst>
              <a:ext uri="{FF2B5EF4-FFF2-40B4-BE49-F238E27FC236}">
                <a16:creationId xmlns:a16="http://schemas.microsoft.com/office/drawing/2014/main" id="{EFD39F7E-9D85-4E18-8E04-BBC82985E197}"/>
              </a:ext>
            </a:extLst>
          </p:cNvPr>
          <p:cNvSpPr>
            <a:spLocks noGrp="1" noChangeArrowheads="1"/>
          </p:cNvSpPr>
          <p:nvPr>
            <p:ph type="hdr" idx="2"/>
          </p:nvPr>
        </p:nvSpPr>
        <p:spPr bwMode="auto">
          <a:xfrm>
            <a:off x="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tab pos="914400"/>
                <a:tab pos="1371600"/>
                <a:tab pos="1828800"/>
                <a:tab pos="2286000"/>
                <a:tab pos="2743200"/>
                <a:tab pos="3200400"/>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6" name="Rectangle 4">
            <a:extLst>
              <a:ext uri="{FF2B5EF4-FFF2-40B4-BE49-F238E27FC236}">
                <a16:creationId xmlns:a16="http://schemas.microsoft.com/office/drawing/2014/main" id="{A049B364-4312-436D-9DE6-CE919316EDFC}"/>
              </a:ext>
            </a:extLst>
          </p:cNvPr>
          <p:cNvSpPr>
            <a:spLocks noGrp="1" noChangeArrowheads="1"/>
          </p:cNvSpPr>
          <p:nvPr>
            <p:ph type="dt" idx="3"/>
          </p:nvPr>
        </p:nvSpPr>
        <p:spPr bwMode="auto">
          <a:xfrm>
            <a:off x="427990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tab pos="914400"/>
                <a:tab pos="1371600"/>
                <a:tab pos="1828800"/>
                <a:tab pos="2286000"/>
                <a:tab pos="2743200"/>
                <a:tab pos="3200400"/>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7" name="Rectangle 5">
            <a:extLst>
              <a:ext uri="{FF2B5EF4-FFF2-40B4-BE49-F238E27FC236}">
                <a16:creationId xmlns:a16="http://schemas.microsoft.com/office/drawing/2014/main" id="{F6138D7A-C16B-4760-86DC-99CE5456EB26}"/>
              </a:ext>
            </a:extLst>
          </p:cNvPr>
          <p:cNvSpPr>
            <a:spLocks noGrp="1" noChangeArrowheads="1"/>
          </p:cNvSpPr>
          <p:nvPr>
            <p:ph type="ftr" idx="4"/>
          </p:nvPr>
        </p:nvSpPr>
        <p:spPr bwMode="auto">
          <a:xfrm>
            <a:off x="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nSpc>
                <a:spcPct val="93000"/>
              </a:lnSpc>
              <a:tabLst>
                <a:tab pos="457200"/>
                <a:tab pos="914400"/>
                <a:tab pos="1371600"/>
                <a:tab pos="1828800"/>
                <a:tab pos="2286000"/>
                <a:tab pos="2743200"/>
                <a:tab pos="3200400"/>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8" name="Rectangle 6">
            <a:extLst>
              <a:ext uri="{FF2B5EF4-FFF2-40B4-BE49-F238E27FC236}">
                <a16:creationId xmlns:a16="http://schemas.microsoft.com/office/drawing/2014/main" id="{E9ECC533-E29C-491C-AF68-8587D3C39788}"/>
              </a:ext>
            </a:extLst>
          </p:cNvPr>
          <p:cNvSpPr>
            <a:spLocks noGrp="1" noChangeArrowheads="1"/>
          </p:cNvSpPr>
          <p:nvPr>
            <p:ph type="sldNum" idx="5"/>
          </p:nvPr>
        </p:nvSpPr>
        <p:spPr bwMode="auto">
          <a:xfrm>
            <a:off x="427990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lnSpc>
                <a:spcPct val="93000"/>
              </a:lnSpc>
              <a:tabLst>
                <a:tab pos="457200"/>
                <a:tab pos="914400"/>
                <a:tab pos="1371600"/>
                <a:tab pos="1828800"/>
                <a:tab pos="2286000"/>
                <a:tab pos="2743200"/>
                <a:tab pos="3200400"/>
              </a:tabLst>
              <a:defRPr sz="1400">
                <a:solidFill>
                  <a:srgbClr val="000000"/>
                </a:solidFill>
                <a:latin typeface="Times New Roman" panose="02020603050405020304" pitchFamily="18" charset="0"/>
                <a:cs typeface="DejaVu Sans" charset="0"/>
              </a:defRPr>
            </a:lvl1pPr>
          </a:lstStyle>
          <a:p>
            <a:fld id="{00000001-0000-0000-0000-000000000000}"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Tx/>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Tx/>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Tx/>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Tx/>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Tx/>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1.xml" /></Relationships>
</file>

<file path=ppt/notesSlides/_rels/notesSlide2.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2.xml" /></Relationships>
</file>

<file path=ppt/notesSlides/_rels/notesSlide3.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rgbClr val="FFFFFF"/>
        </a:solidFill>
        <a:effectLst/>
      </p:bgPr>
    </p:bg>
    <p:spTree>
      <p:nvGrpSpPr>
        <p:cNvPr id="1" name=""/>
        <p:cNvGrpSpPr/>
        <p:nvPr/>
      </p:nvGrpSpPr>
      <p:grpSpPr>
        <a:xfrm>
          <a:off x="0" y="0"/>
          <a:ext cx="0" cy="0"/>
        </a:xfrm>
      </p:grpSpPr>
      <p:sp>
        <p:nvSpPr>
          <p:cNvPr id="7" name="Rectangle 6">
            <a:extLst>
              <a:ext uri="{FF2B5EF4-FFF2-40B4-BE49-F238E27FC236}">
                <a16:creationId xmlns:a16="http://schemas.microsoft.com/office/drawing/2014/main" id="{FB67E8EF-2A2D-459C-A1BB-05A843C5973F}"/>
              </a:ext>
            </a:extLst>
          </p:cNvPr>
          <p:cNvSpPr>
            <a:spLocks noGrp="1" noChangeArrowheads="1"/>
          </p:cNvSpPr>
          <p:nvPr>
            <p:ph type="sldNum"/>
          </p:nvPr>
        </p:nvSpPr>
        <p:spPr/>
        <p:txBody>
          <a:bodyPr/>
          <a:lstStyle/>
          <a:p>
            <a:fld id="{00000001-0000-0000-0000-000000000000}" type="slidenum">
              <a:rPr lang="en-US" altLang="en-US"/>
              <a:t>1</a:t>
            </a:fld>
            <a:endParaRPr lang="en-US" altLang="en-US"/>
          </a:p>
        </p:txBody>
      </p:sp>
      <p:sp>
        <p:nvSpPr>
          <p:cNvPr id="7169" name="Rectangle 1">
            <a:extLst>
              <a:ext uri="{FF2B5EF4-FFF2-40B4-BE49-F238E27FC236}">
                <a16:creationId xmlns:a16="http://schemas.microsoft.com/office/drawing/2014/main" id="{5D8A5EDC-C30C-4C9A-BF88-9D7E4030A854}"/>
              </a:ext>
            </a:extLst>
          </p:cNvPr>
          <p:cNvSpPr txBox="1">
            <a:spLocks noChangeArrowheads="1"/>
          </p:cNvSpPr>
          <p:nvPr>
            <p:ph type="sldImg" idx="2"/>
          </p:nvPr>
        </p:nvSpPr>
        <p:spPr bwMode="auto">
          <a:xfrm>
            <a:off x="1484313" y="900113"/>
            <a:ext cx="4589462" cy="3441700"/>
          </a:xfrm>
          <a:prstGeom prst="rect">
            <a:avLst/>
          </a:prstGeo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0" name="Rectangle 2">
            <a:extLst>
              <a:ext uri="{FF2B5EF4-FFF2-40B4-BE49-F238E27FC236}">
                <a16:creationId xmlns:a16="http://schemas.microsoft.com/office/drawing/2014/main" id="{5DD51D49-B340-430D-B093-EA1BDC312916}"/>
              </a:ext>
            </a:extLst>
          </p:cNvPr>
          <p:cNvSpPr txBox="1">
            <a:spLocks noChangeArrowheads="1"/>
          </p:cNvSpPr>
          <p:nvPr>
            <p:ph type="body" idx="1"/>
          </p:nvPr>
        </p:nvSpPr>
        <p:spPr bwMode="auto">
          <a:xfrm>
            <a:off x="720725" y="4679950"/>
            <a:ext cx="6119813" cy="50403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rgbClr val="FFFFFF"/>
        </a:solidFill>
        <a:effectLst/>
      </p:bgPr>
    </p:bg>
    <p:spTree>
      <p:nvGrpSpPr>
        <p:cNvPr id="1" name=""/>
        <p:cNvGrpSpPr/>
        <p:nvPr/>
      </p:nvGrpSpPr>
      <p:grpSpPr>
        <a:xfrm>
          <a:off x="0" y="0"/>
          <a:ext cx="0" cy="0"/>
        </a:xfrm>
      </p:grpSpPr>
      <p:sp>
        <p:nvSpPr>
          <p:cNvPr id="7" name="Rectangle 6">
            <a:extLst>
              <a:ext uri="{FF2B5EF4-FFF2-40B4-BE49-F238E27FC236}">
                <a16:creationId xmlns:a16="http://schemas.microsoft.com/office/drawing/2014/main" id="{6E33B3D0-16BA-44AD-A663-E35CDD8D8FA1}"/>
              </a:ext>
            </a:extLst>
          </p:cNvPr>
          <p:cNvSpPr>
            <a:spLocks noGrp="1" noChangeArrowheads="1"/>
          </p:cNvSpPr>
          <p:nvPr>
            <p:ph type="sldNum"/>
          </p:nvPr>
        </p:nvSpPr>
        <p:spPr/>
        <p:txBody>
          <a:bodyPr/>
          <a:lstStyle/>
          <a:p>
            <a:fld id="{00000001-0000-0000-0000-000000000000}" type="slidenum">
              <a:rPr lang="en-US" altLang="en-US"/>
              <a:t>2</a:t>
            </a:fld>
            <a:endParaRPr lang="en-US" altLang="en-US"/>
          </a:p>
        </p:txBody>
      </p:sp>
      <p:sp>
        <p:nvSpPr>
          <p:cNvPr id="8193" name="Rectangle 1">
            <a:extLst>
              <a:ext uri="{FF2B5EF4-FFF2-40B4-BE49-F238E27FC236}">
                <a16:creationId xmlns:a16="http://schemas.microsoft.com/office/drawing/2014/main" id="{7D22604E-05F4-4E67-AF52-DB5E1A217EE0}"/>
              </a:ext>
            </a:extLst>
          </p:cNvPr>
          <p:cNvSpPr txBox="1">
            <a:spLocks noChangeArrowheads="1"/>
          </p:cNvSpPr>
          <p:nvPr>
            <p:ph type="sldImg" idx="2"/>
          </p:nvPr>
        </p:nvSpPr>
        <p:spPr bwMode="auto">
          <a:xfrm>
            <a:off x="1484313" y="900113"/>
            <a:ext cx="4589462" cy="3441700"/>
          </a:xfrm>
          <a:prstGeom prst="rect">
            <a:avLst/>
          </a:prstGeo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4" name="Rectangle 2">
            <a:extLst>
              <a:ext uri="{FF2B5EF4-FFF2-40B4-BE49-F238E27FC236}">
                <a16:creationId xmlns:a16="http://schemas.microsoft.com/office/drawing/2014/main" id="{CB915BE4-322D-4525-BEB0-C76FCA803C14}"/>
              </a:ext>
            </a:extLst>
          </p:cNvPr>
          <p:cNvSpPr txBox="1">
            <a:spLocks noChangeArrowheads="1"/>
          </p:cNvSpPr>
          <p:nvPr>
            <p:ph type="body" idx="1"/>
          </p:nvPr>
        </p:nvSpPr>
        <p:spPr bwMode="auto">
          <a:xfrm>
            <a:off x="720725" y="4679950"/>
            <a:ext cx="6119813" cy="50403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rgbClr val="FFFFFF"/>
        </a:solidFill>
        <a:effectLst/>
      </p:bgPr>
    </p:bg>
    <p:spTree>
      <p:nvGrpSpPr>
        <p:cNvPr id="1" name=""/>
        <p:cNvGrpSpPr/>
        <p:nvPr/>
      </p:nvGrpSpPr>
      <p:grpSpPr>
        <a:xfrm>
          <a:off x="0" y="0"/>
          <a:ext cx="0" cy="0"/>
        </a:xfrm>
      </p:grpSpPr>
      <p:sp>
        <p:nvSpPr>
          <p:cNvPr id="7" name="Rectangle 6">
            <a:extLst>
              <a:ext uri="{FF2B5EF4-FFF2-40B4-BE49-F238E27FC236}">
                <a16:creationId xmlns:a16="http://schemas.microsoft.com/office/drawing/2014/main" id="{FF321EE4-F258-432C-A847-634B299A8DAC}"/>
              </a:ext>
            </a:extLst>
          </p:cNvPr>
          <p:cNvSpPr>
            <a:spLocks noGrp="1" noChangeArrowheads="1"/>
          </p:cNvSpPr>
          <p:nvPr>
            <p:ph type="sldNum"/>
          </p:nvPr>
        </p:nvSpPr>
        <p:spPr/>
        <p:txBody>
          <a:bodyPr/>
          <a:lstStyle/>
          <a:p>
            <a:fld id="{00000001-0000-0000-0000-000000000000}" type="slidenum">
              <a:rPr lang="en-US" altLang="en-US"/>
              <a:t>3</a:t>
            </a:fld>
            <a:endParaRPr lang="en-US" altLang="en-US"/>
          </a:p>
        </p:txBody>
      </p:sp>
      <p:sp>
        <p:nvSpPr>
          <p:cNvPr id="9217" name="Rectangle 1">
            <a:extLst>
              <a:ext uri="{FF2B5EF4-FFF2-40B4-BE49-F238E27FC236}">
                <a16:creationId xmlns:a16="http://schemas.microsoft.com/office/drawing/2014/main" id="{E81B1428-9174-4ADE-A253-174F24C8B0AF}"/>
              </a:ext>
            </a:extLst>
          </p:cNvPr>
          <p:cNvSpPr txBox="1">
            <a:spLocks noChangeArrowheads="1"/>
          </p:cNvSpPr>
          <p:nvPr>
            <p:ph type="sldImg" idx="2"/>
          </p:nvPr>
        </p:nvSpPr>
        <p:spPr bwMode="auto">
          <a:xfrm>
            <a:off x="1484313" y="900113"/>
            <a:ext cx="4589462" cy="3441700"/>
          </a:xfrm>
          <a:prstGeom prst="rect">
            <a:avLst/>
          </a:prstGeo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8" name="Rectangle 2">
            <a:extLst>
              <a:ext uri="{FF2B5EF4-FFF2-40B4-BE49-F238E27FC236}">
                <a16:creationId xmlns:a16="http://schemas.microsoft.com/office/drawing/2014/main" id="{2C6F15FF-9238-4E91-B412-4E5B674785BA}"/>
              </a:ext>
            </a:extLst>
          </p:cNvPr>
          <p:cNvSpPr txBox="1">
            <a:spLocks noChangeArrowheads="1"/>
          </p:cNvSpPr>
          <p:nvPr>
            <p:ph type="body" idx="1"/>
          </p:nvPr>
        </p:nvSpPr>
        <p:spPr bwMode="auto">
          <a:xfrm>
            <a:off x="720725" y="4679950"/>
            <a:ext cx="6119813" cy="50403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8.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9.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0.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1.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2.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3.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a:extLst>
              <a:ext uri="{FF2B5EF4-FFF2-40B4-BE49-F238E27FC236}">
                <a16:creationId xmlns:a16="http://schemas.microsoft.com/office/drawing/2014/main" id="{33D0C214-5EF7-470E-B1A5-EB912F43444B}"/>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C6788403-32D7-4AB6-9E30-31A644FAD7CC}"/>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C1A7A45-6E7E-468F-9586-EFEF9E1586D1}"/>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E78DCF1-2BCC-40DC-807C-47048DEAB298}"/>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E34B7B3-498D-4896-B547-15FDA1EF84D3}"/>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701900396"/>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40817DBE-3474-4699-9833-5B3782A9FD7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2AA9DDE-DB05-476B-9F44-88DDD42B58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7943950-8CEE-4E0B-8FF8-9BED8F86C918}"/>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BE27934B-223E-4755-8BD5-17E810AD0F71}"/>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301FF60-66BA-4245-A1FE-D82D537419BF}"/>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028228762"/>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a:extLst>
              <a:ext uri="{FF2B5EF4-FFF2-40B4-BE49-F238E27FC236}">
                <a16:creationId xmlns:a16="http://schemas.microsoft.com/office/drawing/2014/main" id="{C41858A9-8DC9-4C24-A2DA-C0792F5C50F6}"/>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577C11C-CA49-43D7-9823-9CE185795DC0}"/>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490B4702-3743-46C7-8430-B693BF806C65}"/>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7E74660-B3F7-497F-819F-99EAB5BB91C6}"/>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532242E-9F3A-4216-853B-C5CE180E9184}"/>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167559683"/>
      </p:ext>
    </p:extLst>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796DE496-F36D-4E08-BCDB-84B85ED5847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423E53B-FBBD-43D3-8680-83FDDACBFCA5}"/>
              </a:ext>
            </a:extLst>
          </p:cNvPr>
          <p:cNvSpPr>
            <a:spLocks noGrp="1"/>
          </p:cNvSpPr>
          <p:nvPr>
            <p:ph sz="half" idx="1"/>
          </p:nvPr>
        </p:nvSpPr>
        <p:spPr>
          <a:xfrm>
            <a:off x="503238" y="1768475"/>
            <a:ext cx="4457700"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DAB6910-DC47-4B7F-B7A9-0366DB77C2ED}"/>
              </a:ext>
            </a:extLst>
          </p:cNvPr>
          <p:cNvSpPr>
            <a:spLocks noGrp="1"/>
          </p:cNvSpPr>
          <p:nvPr>
            <p:ph sz="half" idx="2"/>
          </p:nvPr>
        </p:nvSpPr>
        <p:spPr>
          <a:xfrm>
            <a:off x="5113338" y="176847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E0AE1F6-A4C0-4CC4-8AB5-31074B7D157F}"/>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C2B9121-7493-4FBE-BA07-3C1A5BA3FE95}"/>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9F713A41-1111-490F-9889-724C0B106F29}"/>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1224112961"/>
      </p:ext>
    </p:extLst>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a:extLst>
              <a:ext uri="{FF2B5EF4-FFF2-40B4-BE49-F238E27FC236}">
                <a16:creationId xmlns:a16="http://schemas.microsoft.com/office/drawing/2014/main" id="{02DFF6EF-4371-4644-9D5D-472D83437BE9}"/>
              </a:ext>
            </a:extLst>
          </p:cNvPr>
          <p:cNvSpPr>
            <a:spLocks noGrp="1"/>
          </p:cNvSpPr>
          <p:nvPr>
            <p:ph type="title"/>
          </p:nvPr>
        </p:nvSpPr>
        <p:spPr>
          <a:xfrm>
            <a:off x="693738" y="403225"/>
            <a:ext cx="8694737" cy="1460500"/>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F6D5FF6-E2A4-4D83-8281-35A92A6832E9}"/>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92FCBC-F036-41EC-947B-F9A23465C4FD}"/>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F8DB046E-F5DC-4D0A-A44B-D067AEFCBF2C}"/>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6A738A-3AD3-4D2A-BBA2-173208B3FC2A}"/>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427BA22-E8BC-4716-BEAE-7C8BB3F01D70}"/>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7214DE51-6E40-41B4-992D-88967BF67B22}"/>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C96F5DD1-8094-4A54-86F7-4C26545FCA70}"/>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1641053978"/>
      </p:ext>
    </p:extLst>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a:extLst>
              <a:ext uri="{FF2B5EF4-FFF2-40B4-BE49-F238E27FC236}">
                <a16:creationId xmlns:a16="http://schemas.microsoft.com/office/drawing/2014/main" id="{F4964906-5299-41B5-8535-275029AEFE2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AA285F5F-1DDD-4714-876C-CDCBA1E8A9C7}"/>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5EF4F892-BB65-4479-AE6F-1AA3E6D18782}"/>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0C5DE32-542D-46D1-B8D0-3A2723D747E2}"/>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1521662393"/>
      </p:ext>
    </p:extLst>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a:extLst>
              <a:ext uri="{FF2B5EF4-FFF2-40B4-BE49-F238E27FC236}">
                <a16:creationId xmlns:a16="http://schemas.microsoft.com/office/drawing/2014/main" id="{4CB95D0D-47D0-4D43-8D3C-4346B7AD5CFC}"/>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F2FC5101-D229-49DF-A1E2-D32C69FF78D1}"/>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A533B792-C0EB-4C84-A770-B762056D00D1}"/>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313665148"/>
      </p:ext>
    </p:extLst>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71A8F921-A0E3-4C3F-A643-6C520EB2F383}"/>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29C3E16E-4204-4D3D-A484-181EFB7D2D60}"/>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078D6C29-1490-4FB9-9352-98F52C73148E}"/>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62023B-29BC-4382-8AF3-02378762B7BC}"/>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13314D2-8E74-4E48-BF8A-505BAC2D4014}"/>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AB02EA4-714B-43F1-BD85-09FC1F3E1530}"/>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613525192"/>
      </p:ext>
    </p:extLst>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5550F39C-47FD-4F30-ADBF-A49E73F33E93}"/>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10B6439-0867-4B7A-850B-731C903970BB}"/>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9BB9A6D-719A-435D-8B53-389E862914BB}"/>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FD8C5-9FF2-42FA-B395-5C547AF160D0}"/>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E572599-3D07-4DD9-B5B0-717CF5EC5FFD}"/>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91935B0-3D80-4BB8-A5C9-07AC2D31279A}"/>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309179033"/>
      </p:ext>
    </p:extLst>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a:extLst>
              <a:ext uri="{FF2B5EF4-FFF2-40B4-BE49-F238E27FC236}">
                <a16:creationId xmlns:a16="http://schemas.microsoft.com/office/drawing/2014/main" id="{3C4600E9-23F7-4197-B7B3-927A074491B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875FCB6-F555-40C8-923B-8BE8CF1283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2641D13-1D94-4426-BC75-E0AF2B42922B}"/>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E1C736F-F608-4FC2-9B2D-C17C33A12F54}"/>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88E72A6-2FED-47D8-9267-26C220BB1B08}"/>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2980232507"/>
      </p:ext>
    </p:extLst>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a:extLst>
              <a:ext uri="{FF2B5EF4-FFF2-40B4-BE49-F238E27FC236}">
                <a16:creationId xmlns:a16="http://schemas.microsoft.com/office/drawing/2014/main" id="{42315883-D192-49C9-B22E-39E63A263CF4}"/>
              </a:ext>
            </a:extLst>
          </p:cNvPr>
          <p:cNvSpPr>
            <a:spLocks noGrp="1"/>
          </p:cNvSpPr>
          <p:nvPr>
            <p:ph type="title" orient="vert"/>
          </p:nvPr>
        </p:nvSpPr>
        <p:spPr>
          <a:xfrm>
            <a:off x="7305675" y="301625"/>
            <a:ext cx="2266950" cy="58499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434832D-37C5-4BAC-BECB-BC5A6EA9E1E4}"/>
              </a:ext>
            </a:extLst>
          </p:cNvPr>
          <p:cNvSpPr>
            <a:spLocks noGrp="1"/>
          </p:cNvSpPr>
          <p:nvPr>
            <p:ph type="body" orient="vert" idx="1"/>
          </p:nvPr>
        </p:nvSpPr>
        <p:spPr>
          <a:xfrm>
            <a:off x="503238" y="301625"/>
            <a:ext cx="6650037" cy="58499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44CD908-1329-4A37-BCB2-60A28ED8254F}"/>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B085704-40D8-4473-A083-51A9A4D77C88}"/>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F9F3937-9774-4D04-93A2-1BB84ADAF204}"/>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011426473"/>
      </p:ext>
    </p:extLst>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a:extLst>
              <a:ext uri="{FF2B5EF4-FFF2-40B4-BE49-F238E27FC236}">
                <a16:creationId xmlns:a16="http://schemas.microsoft.com/office/drawing/2014/main" id="{51A3F200-15B6-488B-A414-13616F4A48FE}"/>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F83A3AB-B090-4850-98C4-85ED58BA9C84}"/>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1E27D4-BE5E-48E6-983D-710827D4E0D4}"/>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668777E-34CF-428E-9ADD-8327C6F1CA92}"/>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C313C18-0682-402D-9C98-98AE7435527B}"/>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4244219907"/>
      </p:ext>
    </p:extLst>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0F71985B-94FA-46AE-B3E7-CCD56D7C1EF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B53517C-1F09-40A8-94CF-A761135FA9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BA2624-2CA1-4F71-8B1A-D83C7EB42F46}"/>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96DF341-349A-478D-A8D8-FD4E39C13F8B}"/>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4A91ADFD-36A9-4039-AF6F-3B9DA12BA1D4}"/>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347824150"/>
      </p:ext>
    </p:extLst>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a:extLst>
              <a:ext uri="{FF2B5EF4-FFF2-40B4-BE49-F238E27FC236}">
                <a16:creationId xmlns:a16="http://schemas.microsoft.com/office/drawing/2014/main" id="{3D39EE4C-017A-4269-BABA-70608A661B00}"/>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3386D95-5AAF-4DF1-9F83-2687F45B6CBE}"/>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2E0D3208-D48F-422E-8B47-52657F6D6B06}"/>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45A31A0-1E4E-4082-96D4-38A52EDD4FA1}"/>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F25FC88-8196-4CAA-AB74-D4B5D98765CF}"/>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1975257773"/>
      </p:ext>
    </p:extLst>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5790A877-29E2-4BB7-9641-46243F86B35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3866460-C502-4DB4-A7F5-F65CFBCAA231}"/>
              </a:ext>
            </a:extLst>
          </p:cNvPr>
          <p:cNvSpPr>
            <a:spLocks noGrp="1"/>
          </p:cNvSpPr>
          <p:nvPr>
            <p:ph sz="half" idx="1"/>
          </p:nvPr>
        </p:nvSpPr>
        <p:spPr>
          <a:xfrm>
            <a:off x="503238" y="180022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3FB05F53-A06E-4294-97C2-95EB755D7338}"/>
              </a:ext>
            </a:extLst>
          </p:cNvPr>
          <p:cNvSpPr>
            <a:spLocks noGrp="1"/>
          </p:cNvSpPr>
          <p:nvPr>
            <p:ph sz="half" idx="2"/>
          </p:nvPr>
        </p:nvSpPr>
        <p:spPr>
          <a:xfrm>
            <a:off x="5114925" y="1800225"/>
            <a:ext cx="4459288"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5D716A1-42EF-489A-9BD5-DF938D50EE9D}"/>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CECBC65-86C9-4D07-817F-0622FB614D40}"/>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7C5857D-42D0-4C19-901A-9F69C2B0EF6A}"/>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680588983"/>
      </p:ext>
    </p:extLst>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a:extLst>
              <a:ext uri="{FF2B5EF4-FFF2-40B4-BE49-F238E27FC236}">
                <a16:creationId xmlns:a16="http://schemas.microsoft.com/office/drawing/2014/main" id="{2DB5AEB7-EC8E-45F7-AA72-2DD4B9F056F8}"/>
              </a:ext>
            </a:extLst>
          </p:cNvPr>
          <p:cNvSpPr>
            <a:spLocks noGrp="1"/>
          </p:cNvSpPr>
          <p:nvPr>
            <p:ph type="title"/>
          </p:nvPr>
        </p:nvSpPr>
        <p:spPr>
          <a:xfrm>
            <a:off x="693738" y="403225"/>
            <a:ext cx="8694737" cy="1460500"/>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5F6C036-0BB7-4D56-88B1-73B1F7D225D6}"/>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E7A1A1-471A-4B2E-8B61-A2C698DCF06F}"/>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8747A7F-585A-4FAE-87C1-9489F29BE8C5}"/>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94BEFB-DAFA-4EA9-AD67-EAF529A7F349}"/>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AF566B-BBE5-4C82-A6E0-02E0C3DD653D}"/>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B3F02782-A86F-4B2C-84FC-70B22C7C84AE}"/>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1D9FA50D-06AB-457D-BB01-20AF74275BEB}"/>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1223619862"/>
      </p:ext>
    </p:extLst>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a:extLst>
              <a:ext uri="{FF2B5EF4-FFF2-40B4-BE49-F238E27FC236}">
                <a16:creationId xmlns:a16="http://schemas.microsoft.com/office/drawing/2014/main" id="{83C76F35-1095-4AF0-B9D4-F820F925D84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82A1B23-18A2-46A3-9985-AA65B9AC140B}"/>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CA9E0981-71FB-4B9D-B6A2-2624DE34E715}"/>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B260C9B-2AB2-440C-8DBE-F7373CD0188C}"/>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790155901"/>
      </p:ext>
    </p:extLst>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a:extLst>
              <a:ext uri="{FF2B5EF4-FFF2-40B4-BE49-F238E27FC236}">
                <a16:creationId xmlns:a16="http://schemas.microsoft.com/office/drawing/2014/main" id="{B280BDAC-A96E-4933-8B0F-6A11C7602FA0}"/>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D85FA301-079A-40B9-918D-BF6C0C480B7A}"/>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5B680BEA-397C-4F7D-871C-6581033CEE07}"/>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2189487978"/>
      </p:ext>
    </p:extLst>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D64BAC8F-AAFF-425D-923C-AA0CDCF5C901}"/>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51A7938-9E27-4192-B68E-E5BE394DDCB9}"/>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8569C4-88E3-4BB8-9C8C-420530E468BD}"/>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79BBF-AE8F-4FF9-963A-C80DA64E0E31}"/>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CFAF1C49-6AF6-4514-83AF-2425F220A619}"/>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4DDA92F-F216-4172-B679-DCE49E3745AC}"/>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2186274346"/>
      </p:ext>
    </p:extLst>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E66ECDE6-17CE-4F83-A563-C32837B968F9}"/>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4837744-D776-4DFB-A700-210FECF85173}"/>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B8DB981-2BA9-407C-B93B-612DCD70BDC6}"/>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2381DF-BAD3-4A83-A078-9472CEE2DF4F}"/>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6E49BDA-63A7-41A1-B75E-D24BE549022E}"/>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9F826176-8FEA-4D29-ADFA-AE887C933432}"/>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21439643"/>
      </p:ext>
    </p:extLst>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a:extLst>
              <a:ext uri="{FF2B5EF4-FFF2-40B4-BE49-F238E27FC236}">
                <a16:creationId xmlns:a16="http://schemas.microsoft.com/office/drawing/2014/main" id="{1CB1B77B-CE22-4315-90C7-B2EC43605CE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877F82E-301A-4083-83EB-ED9BB0389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9AF23A9-88F6-4175-87F7-16E76A4E1527}"/>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AD8B6EF-BF3F-455F-930F-F248FE841D37}"/>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759F2DE-7462-43CC-949A-161CE6685F88}"/>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64345424"/>
      </p:ext>
    </p:extLst>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a:extLst>
              <a:ext uri="{FF2B5EF4-FFF2-40B4-BE49-F238E27FC236}">
                <a16:creationId xmlns:a16="http://schemas.microsoft.com/office/drawing/2014/main" id="{F4DCE832-4EE5-4698-8FE7-28459AFABE0D}"/>
              </a:ext>
            </a:extLst>
          </p:cNvPr>
          <p:cNvSpPr>
            <a:spLocks noGrp="1"/>
          </p:cNvSpPr>
          <p:nvPr>
            <p:ph type="title" orient="vert"/>
          </p:nvPr>
        </p:nvSpPr>
        <p:spPr>
          <a:xfrm>
            <a:off x="7307263" y="576263"/>
            <a:ext cx="2266950" cy="5607050"/>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AC0DDBC-CD27-4AEC-8DE3-CAEC9BD2B352}"/>
              </a:ext>
            </a:extLst>
          </p:cNvPr>
          <p:cNvSpPr>
            <a:spLocks noGrp="1"/>
          </p:cNvSpPr>
          <p:nvPr>
            <p:ph type="body" orient="vert" idx="1"/>
          </p:nvPr>
        </p:nvSpPr>
        <p:spPr>
          <a:xfrm>
            <a:off x="503238" y="576263"/>
            <a:ext cx="6651625" cy="5607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D5B859A-2676-484C-8D2E-1202369BBEF3}"/>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CC0B4BA-AB05-4F78-9861-0A9B070187EE}"/>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328F3DA-EAE9-4976-8CF0-B43ADB2FD7CC}"/>
              </a:ext>
            </a:extLst>
          </p:cNvPr>
          <p:cNvSpPr>
            <a:spLocks noGrp="1"/>
          </p:cNvSpPr>
          <p:nvPr>
            <p:ph type="sldNum" idx="12"/>
          </p:nvPr>
        </p:nvSpPr>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148043480"/>
      </p:ext>
    </p:extLst>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name="Custom Layout">
    <p:spTree>
      <p:nvGrpSpPr>
        <p:cNvPr id="1" name=""/>
        <p:cNvGrpSpPr/>
        <p:nvPr/>
      </p:nvGrpSpPr>
      <p:grpSpPr>
        <a:xfrm>
          <a:off x="0" y="0"/>
          <a:ext cx="0" cy="0"/>
        </a:xfrm>
      </p:grpSpPr>
      <p:sp>
        <p:nvSpPr>
          <p:cNvPr id="2" name="Title 1">
            <a:extLst>
              <a:ext uri="{FF2B5EF4-FFF2-40B4-BE49-F238E27FC236}">
                <a16:creationId xmlns:a16="http://schemas.microsoft.com/office/drawing/2014/main" id="{C632C24E-DD43-4155-B96D-C735E6198282}"/>
              </a:ext>
            </a:extLst>
          </p:cNvPr>
          <p:cNvSpPr>
            <a:spLocks noGrp="1"/>
          </p:cNvSpPr>
          <p:nvPr>
            <p:ph type="title"/>
          </p:nvPr>
        </p:nvSpPr>
        <p:spPr>
          <a:xfrm>
            <a:off x="503238" y="576263"/>
            <a:ext cx="7197725" cy="719137"/>
          </a:xfrm>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E9093E5-B06A-4AC9-8982-6A2A1EEC86AB}"/>
              </a:ext>
            </a:extLst>
          </p:cNvPr>
          <p:cNvSpPr>
            <a:spLocks noGrp="1"/>
          </p:cNvSpPr>
          <p:nvPr>
            <p:ph type="dt" idx="10"/>
          </p:nvPr>
        </p:nvSpPr>
        <p:spPr>
          <a:xfrm>
            <a:off x="503238" y="6886575"/>
            <a:ext cx="2346325" cy="519113"/>
          </a:xfrm>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F4CDF3F0-124F-43E3-A82D-DC29BA40641A}"/>
              </a:ext>
            </a:extLst>
          </p:cNvPr>
          <p:cNvSpPr>
            <a:spLocks noGrp="1"/>
          </p:cNvSpPr>
          <p:nvPr>
            <p:ph type="ftr" idx="11"/>
          </p:nvPr>
        </p:nvSpPr>
        <p:spPr>
          <a:xfrm>
            <a:off x="3448050" y="6886575"/>
            <a:ext cx="3194050" cy="519113"/>
          </a:xfrm>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A1A3701C-8B9E-4AE8-8AE1-AB1CEC988F54}"/>
              </a:ext>
            </a:extLst>
          </p:cNvPr>
          <p:cNvSpPr>
            <a:spLocks noGrp="1"/>
          </p:cNvSpPr>
          <p:nvPr>
            <p:ph type="sldNum" idx="12"/>
          </p:nvPr>
        </p:nvSpPr>
        <p:spPr>
          <a:xfrm>
            <a:off x="7226300" y="6886575"/>
            <a:ext cx="2346325" cy="519113"/>
          </a:xfrm>
        </p:spPr>
        <p:txBody>
          <a:bodyPr/>
          <a:lstStyle>
            <a:lvl1pPr>
              <a:defRPr/>
            </a:lvl1pPr>
          </a:lstStyle>
          <a:p>
            <a:fld id="{00000001-0000-0000-0000-000000000000}" type="slidenum">
              <a:rPr lang="en-US" altLang="en-US"/>
              <a:t>‹#›</a:t>
            </a:fld>
            <a:endParaRPr lang="en-US" altLang="en-US"/>
          </a:p>
        </p:txBody>
      </p:sp>
    </p:spTree>
    <p:extLst>
      <p:ext uri="{BB962C8B-B14F-4D97-AF65-F5344CB8AC3E}">
        <p14:creationId val="3872515857"/>
      </p:ext>
    </p:extLst>
  </p:cSld>
  <p:clrMapOvr>
    <a:masterClrMapping/>
  </p:clrMapOvr>
  <p:transition/>
  <p:timing/>
</p:sldLayout>
</file>

<file path=ppt/slideMasters/_rels/slideMaster1.xml.rels>&#65279;<?xml version="1.0" encoding="utf-8" standalone="yes"?><Relationships xmlns="http://schemas.openxmlformats.org/package/2006/relationships"><Relationship Id="DeterministicId1" Type="http://schemas.openxmlformats.org/officeDocument/2006/relationships/slideLayout" Target="../slideLayouts/slideLayout1.xml" /><Relationship Id="DeterministicId2" Type="http://schemas.openxmlformats.org/officeDocument/2006/relationships/slideLayout" Target="../slideLayouts/slideLayout10.xml" /><Relationship Id="DeterministicId3" Type="http://schemas.openxmlformats.org/officeDocument/2006/relationships/slideLayout" Target="../slideLayouts/slideLayout11.xml" /><Relationship Id="DeterministicId4" Type="http://schemas.openxmlformats.org/officeDocument/2006/relationships/slideLayout" Target="../slideLayouts/slideLayout2.xml" /><Relationship Id="DeterministicId5" Type="http://schemas.openxmlformats.org/officeDocument/2006/relationships/slideLayout" Target="../slideLayouts/slideLayout3.xml" /><Relationship Id="DeterministicId6" Type="http://schemas.openxmlformats.org/officeDocument/2006/relationships/slideLayout" Target="../slideLayouts/slideLayout4.xml" /><Relationship Id="DeterministicId7" Type="http://schemas.openxmlformats.org/officeDocument/2006/relationships/slideLayout" Target="../slideLayouts/slideLayout5.xml" /><Relationship Id="DeterministicId8" Type="http://schemas.openxmlformats.org/officeDocument/2006/relationships/slideLayout" Target="../slideLayouts/slideLayout6.xml" /><Relationship Id="DeterministicId9" Type="http://schemas.openxmlformats.org/officeDocument/2006/relationships/slideLayout" Target="../slideLayouts/slideLayout7.xml" /><Relationship Id="DeterministicId10" Type="http://schemas.openxmlformats.org/officeDocument/2006/relationships/slideLayout" Target="../slideLayouts/slideLayout8.xml" /><Relationship Id="DeterministicId11" Type="http://schemas.openxmlformats.org/officeDocument/2006/relationships/slideLayout" Target="../slideLayouts/slideLayout9.xml" /><Relationship Id="DeterministicId12"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DeterministicId1" Type="http://schemas.openxmlformats.org/officeDocument/2006/relationships/image" Target="../media/image1.png" /><Relationship Id="DeterministicId2" Type="http://schemas.openxmlformats.org/officeDocument/2006/relationships/slideLayout" Target="../slideLayouts/slideLayout12.xml" /><Relationship Id="DeterministicId3" Type="http://schemas.openxmlformats.org/officeDocument/2006/relationships/slideLayout" Target="../slideLayouts/slideLayout13.xml" /><Relationship Id="DeterministicId4" Type="http://schemas.openxmlformats.org/officeDocument/2006/relationships/slideLayout" Target="../slideLayouts/slideLayout14.xml" /><Relationship Id="DeterministicId5" Type="http://schemas.openxmlformats.org/officeDocument/2006/relationships/slideLayout" Target="../slideLayouts/slideLayout15.xml" /><Relationship Id="DeterministicId6" Type="http://schemas.openxmlformats.org/officeDocument/2006/relationships/slideLayout" Target="../slideLayouts/slideLayout16.xml" /><Relationship Id="DeterministicId7" Type="http://schemas.openxmlformats.org/officeDocument/2006/relationships/slideLayout" Target="../slideLayouts/slideLayout17.xml" /><Relationship Id="DeterministicId8" Type="http://schemas.openxmlformats.org/officeDocument/2006/relationships/slideLayout" Target="../slideLayouts/slideLayout18.xml" /><Relationship Id="DeterministicId9" Type="http://schemas.openxmlformats.org/officeDocument/2006/relationships/slideLayout" Target="../slideLayouts/slideLayout19.xml" /><Relationship Id="DeterministicId10" Type="http://schemas.openxmlformats.org/officeDocument/2006/relationships/slideLayout" Target="../slideLayouts/slideLayout20.xml" /><Relationship Id="DeterministicId11" Type="http://schemas.openxmlformats.org/officeDocument/2006/relationships/slideLayout" Target="../slideLayouts/slideLayout21.xml" /><Relationship Id="DeterministicId12" Type="http://schemas.openxmlformats.org/officeDocument/2006/relationships/slideLayout" Target="../slideLayouts/slideLayout22.xml" /><Relationship Id="DeterministicId13" Type="http://schemas.openxmlformats.org/officeDocument/2006/relationships/slideLayout" Target="../slideLayouts/slideLayout23.xml" /><Relationship Id="DeterministicId14" Type="http://schemas.openxmlformats.org/officeDocument/2006/relationships/theme" Target="../theme/theme2.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rgbClr val="FFFFFF"/>
        </a:solidFill>
        <a:effectLst/>
      </p:bgPr>
    </p:bg>
    <p:spTree>
      <p:nvGrpSpPr>
        <p:cNvPr id="1" name=""/>
        <p:cNvGrpSpPr/>
        <p:nvPr/>
      </p:nvGrpSpPr>
      <p:grpSpPr>
        <a:xfrm>
          <a:off x="0" y="0"/>
          <a:ext cx="0" cy="0"/>
        </a:xfrm>
      </p:grpSpPr>
      <p:sp>
        <p:nvSpPr>
          <p:cNvPr id="1025" name="Rectangle 1">
            <a:extLst>
              <a:ext uri="{FF2B5EF4-FFF2-40B4-BE49-F238E27FC236}">
                <a16:creationId xmlns:a16="http://schemas.microsoft.com/office/drawing/2014/main" id="{3F212314-6A6D-4526-899D-1ED76F662F16}"/>
              </a:ext>
            </a:extLst>
          </p:cNvPr>
          <p:cNvSpPr>
            <a:spLocks noGrp="1" noChangeArrowheads="1"/>
          </p:cNvSpPr>
          <p:nvPr>
            <p:ph type="title"/>
          </p:nvPr>
        </p:nvSpPr>
        <p:spPr bwMode="auto">
          <a:xfrm>
            <a:off x="503238" y="301625"/>
            <a:ext cx="90693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6" name="Rectangle 2">
            <a:extLst>
              <a:ext uri="{FF2B5EF4-FFF2-40B4-BE49-F238E27FC236}">
                <a16:creationId xmlns:a16="http://schemas.microsoft.com/office/drawing/2014/main" id="{E44C3108-CC5C-4E4C-AD30-FF17D58CAEE1}"/>
              </a:ext>
            </a:extLst>
          </p:cNvPr>
          <p:cNvSpPr>
            <a:spLocks noGrp="1" noChangeArrowheads="1"/>
          </p:cNvSpPr>
          <p:nvPr>
            <p:ph type="body" idx="1"/>
          </p:nvPr>
        </p:nvSpPr>
        <p:spPr bwMode="auto">
          <a:xfrm>
            <a:off x="503238" y="1768475"/>
            <a:ext cx="9069387"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192"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7" name="Rectangle 3">
            <a:extLst>
              <a:ext uri="{FF2B5EF4-FFF2-40B4-BE49-F238E27FC236}">
                <a16:creationId xmlns:a16="http://schemas.microsoft.com/office/drawing/2014/main" id="{00BFAA14-2C3F-4FA4-99DF-65280116CCCD}"/>
              </a:ext>
            </a:extLst>
          </p:cNvPr>
          <p:cNvSpPr>
            <a:spLocks noGrp="1" noChangeArrowheads="1"/>
          </p:cNvSpPr>
          <p:nvPr>
            <p:ph type="dt" idx="2"/>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tab pos="914400"/>
                <a:tab pos="1371600"/>
                <a:tab pos="1828800"/>
                <a:tab pos="2286000"/>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8" name="Rectangle 4">
            <a:extLst>
              <a:ext uri="{FF2B5EF4-FFF2-40B4-BE49-F238E27FC236}">
                <a16:creationId xmlns:a16="http://schemas.microsoft.com/office/drawing/2014/main" id="{391D8325-2964-4C2B-A96A-EA773A8C51FE}"/>
              </a:ext>
            </a:extLst>
          </p:cNvPr>
          <p:cNvSpPr>
            <a:spLocks noGrp="1" noChangeArrowheads="1"/>
          </p:cNvSpPr>
          <p:nvPr>
            <p:ph type="ftr" idx="3"/>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tab pos="914400"/>
                <a:tab pos="1371600"/>
                <a:tab pos="1828800"/>
                <a:tab pos="2286000"/>
                <a:tab pos="2743200"/>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9" name="Rectangle 5">
            <a:extLst>
              <a:ext uri="{FF2B5EF4-FFF2-40B4-BE49-F238E27FC236}">
                <a16:creationId xmlns:a16="http://schemas.microsoft.com/office/drawing/2014/main" id="{3947D94F-EB41-499A-9A9E-4F88A3034B4A}"/>
              </a:ext>
            </a:extLst>
          </p:cNvPr>
          <p:cNvSpPr>
            <a:spLocks noGrp="1" noChangeArrowheads="1"/>
          </p:cNvSpPr>
          <p:nvPr>
            <p:ph type="sldNum" idx="4"/>
          </p:nvPr>
        </p:nvSpPr>
        <p:spPr bwMode="auto">
          <a:xfrm>
            <a:off x="722788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tab pos="914400"/>
                <a:tab pos="1371600"/>
                <a:tab pos="1828800"/>
                <a:tab pos="2286000"/>
              </a:tabLst>
              <a:defRPr sz="1400">
                <a:solidFill>
                  <a:srgbClr val="000000"/>
                </a:solidFill>
                <a:latin typeface="Times New Roman" panose="02020603050405020304" pitchFamily="18" charset="0"/>
                <a:cs typeface="DejaVu Sans" charset="0"/>
              </a:defRPr>
            </a:lvl1pPr>
          </a:lstStyle>
          <a:p>
            <a:fld id="{00000001-0000-0000-0000-000000000000}"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50" r:id="DeterministicId1"/>
    <p:sldLayoutId id="2147483651" r:id="DeterministicId4"/>
    <p:sldLayoutId id="2147483652" r:id="DeterministicId5"/>
    <p:sldLayoutId id="2147483653" r:id="DeterministicId6"/>
    <p:sldLayoutId id="2147483654" r:id="DeterministicId7"/>
    <p:sldLayoutId id="2147483655" r:id="DeterministicId8"/>
    <p:sldLayoutId id="2147483656" r:id="DeterministicId9"/>
    <p:sldLayoutId id="2147483657" r:id="DeterministicId10"/>
    <p:sldLayoutId id="2147483658" r:id="DeterministicId11"/>
    <p:sldLayoutId id="2147483659" r:id="DeterministicId2"/>
    <p:sldLayoutId id="2147483660" r:id="DeterministicId3"/>
  </p:sldLayoutIdLst>
  <p:transition/>
  <p:timing/>
  <p:txStyles>
    <p:titleStyle>
      <a:lvl1pPr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kern="1200">
          <a:solidFill>
            <a:srgbClr val="000000"/>
          </a:solidFill>
          <a:latin typeface="+mj-lt"/>
          <a:ea typeface="+mj-ea"/>
          <a:cs typeface="+mj-cs"/>
        </a:defRPr>
      </a:lvl1pPr>
      <a:lvl2pPr marL="742950" indent="-285750"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a:solidFill>
            <a:srgbClr val="000000"/>
          </a:solidFill>
          <a:latin typeface="Arial" panose="020b0604020202020204" pitchFamily="34" charset="0"/>
          <a:cs typeface="Droid Sans Fallback"/>
        </a:defRPr>
      </a:lvl2pPr>
      <a:lvl3pPr marL="1143000" indent="-228600"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a:solidFill>
            <a:srgbClr val="000000"/>
          </a:solidFill>
          <a:latin typeface="Arial" panose="020b0604020202020204" pitchFamily="34" charset="0"/>
          <a:cs typeface="Droid Sans Fallback"/>
        </a:defRPr>
      </a:lvl3pPr>
      <a:lvl4pPr marL="1600200" indent="-228600"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a:solidFill>
            <a:srgbClr val="000000"/>
          </a:solidFill>
          <a:latin typeface="Arial" panose="020b0604020202020204" pitchFamily="34" charset="0"/>
          <a:cs typeface="Droid Sans Fallback"/>
        </a:defRPr>
      </a:lvl4pPr>
      <a:lvl5pPr marL="2057400" indent="-228600"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a:solidFill>
            <a:srgbClr val="000000"/>
          </a:solidFill>
          <a:latin typeface="Arial" panose="020b0604020202020204" pitchFamily="34" charset="0"/>
          <a:cs typeface="Droid Sans Fallback"/>
        </a:defRPr>
      </a:lvl5pPr>
      <a:lvl6pPr marL="2514600" indent="-228600"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a:solidFill>
            <a:srgbClr val="000000"/>
          </a:solidFill>
          <a:latin typeface="Arial" panose="020b0604020202020204" pitchFamily="34" charset="0"/>
          <a:cs typeface="Droid Sans Fallback"/>
        </a:defRPr>
      </a:lvl6pPr>
      <a:lvl7pPr marL="2971800" indent="-228600"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a:solidFill>
            <a:srgbClr val="000000"/>
          </a:solidFill>
          <a:latin typeface="Arial" panose="020b0604020202020204" pitchFamily="34" charset="0"/>
          <a:cs typeface="Droid Sans Fallback"/>
        </a:defRPr>
      </a:lvl7pPr>
      <a:lvl8pPr marL="3429000" indent="-228600"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a:solidFill>
            <a:srgbClr val="000000"/>
          </a:solidFill>
          <a:latin typeface="Arial" panose="020b0604020202020204" pitchFamily="34" charset="0"/>
          <a:cs typeface="Droid Sans Fallback"/>
        </a:defRPr>
      </a:lvl8pPr>
      <a:lvl9pPr marL="3886200" indent="-228600" algn="ctr" defTabSz="457200" rtl="0" fontAlgn="base" hangingPunct="0">
        <a:lnSpc>
          <a:spcPct val="94000"/>
        </a:lnSpc>
        <a:spcBef>
          <a:spcPct val="0"/>
        </a:spcBef>
        <a:spcAft>
          <a:spcPct val="0"/>
        </a:spcAft>
        <a:buClr>
          <a:srgbClr val="000000"/>
        </a:buClr>
        <a:buSzTx/>
        <a:buFont typeface="Times New Roman" panose="02020603050405020304" pitchFamily="18" charset="0"/>
        <a:defRPr sz="4400">
          <a:solidFill>
            <a:srgbClr val="000000"/>
          </a:solidFill>
          <a:latin typeface="Arial" panose="020b0604020202020204" pitchFamily="34" charset="0"/>
          <a:cs typeface="Droid Sans Fallback"/>
        </a:defRPr>
      </a:lvl9pPr>
    </p:titleStyle>
    <p:bodyStyle>
      <a:lvl1pPr marL="342900" indent="-342900" algn="l" defTabSz="457200" rtl="0" fontAlgn="base" hangingPunct="0">
        <a:lnSpc>
          <a:spcPct val="94000"/>
        </a:lnSpc>
        <a:spcBef>
          <a:spcPct val="0"/>
        </a:spcBef>
        <a:spcAft>
          <a:spcPts val="1425"/>
        </a:spcAft>
        <a:buClr>
          <a:srgbClr val="000000"/>
        </a:buClr>
        <a:buSzTx/>
        <a:buFont typeface="Times New Roman" panose="02020603050405020304" pitchFamily="18" charset="0"/>
        <a:defRPr sz="32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Tx/>
        <a:buFont typeface="Times New Roman" panose="02020603050405020304" pitchFamily="18" charset="0"/>
        <a:defRPr sz="28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Tx/>
        <a:buFont typeface="Times New Roman" panose="02020603050405020304" pitchFamily="18" charset="0"/>
        <a:defRPr sz="24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Tx/>
        <a:buFont typeface="Times New Roman" panose="02020603050405020304" pitchFamily="18" charset="0"/>
        <a:defRPr sz="20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Tx/>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rgbClr val="FFFFFF"/>
        </a:solidFill>
        <a:effectLst/>
      </p:bgPr>
    </p:bg>
    <p:spTree>
      <p:nvGrpSpPr>
        <p:cNvPr id="1" name=""/>
        <p:cNvGrpSpPr/>
        <p:nvPr/>
      </p:nvGrpSpPr>
      <p:grpSpPr>
        <a:xfrm>
          <a:off x="0" y="0"/>
          <a:ext cx="0" cy="0"/>
        </a:xfrm>
      </p:grpSpPr>
      <p:pic>
        <p:nvPicPr>
          <p:cNvPr id="2049" name="Picture 1">
            <a:extLst>
              <a:ext uri="{FF2B5EF4-FFF2-40B4-BE49-F238E27FC236}">
                <a16:creationId xmlns:a16="http://schemas.microsoft.com/office/drawing/2014/main" id="{EA8C6663-3CB2-434B-8191-4238EAA800FB}"/>
              </a:ext>
            </a:extLst>
          </p:cNvPr>
          <p:cNvPicPr>
            <a:picLocks noChangeAspect="1" noChangeArrowheads="1"/>
          </p:cNvPicPr>
          <p:nvPr/>
        </p:nvPicPr>
        <p:blipFill>
          <a:blip r:embed="DeterministicId1">
            <a:extLst>
              <a:ext uri="{28A0092B-C50C-407E-A947-70E740481C1C}">
                <a14:useLocalDpi xmlns:a14="http://schemas.microsoft.com/office/drawing/2010/main" val="0"/>
              </a:ext>
            </a:extLst>
          </a:blip>
          <a:stretch>
            <a:fillRect/>
          </a:stretch>
        </p:blipFill>
        <p:spPr bwMode="auto">
          <a:xfrm>
            <a:off x="0" y="0"/>
            <a:ext cx="10079038" cy="75596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0" name="Rectangle 2">
            <a:extLst>
              <a:ext uri="{FF2B5EF4-FFF2-40B4-BE49-F238E27FC236}">
                <a16:creationId xmlns:a16="http://schemas.microsoft.com/office/drawing/2014/main" id="{C223AECD-1C06-4DFD-B75E-397D93129CB8}"/>
              </a:ext>
            </a:extLst>
          </p:cNvPr>
          <p:cNvSpPr>
            <a:spLocks noGrp="1" noChangeArrowheads="1"/>
          </p:cNvSpPr>
          <p:nvPr>
            <p:ph type="title"/>
          </p:nvPr>
        </p:nvSpPr>
        <p:spPr bwMode="auto">
          <a:xfrm>
            <a:off x="503238" y="576263"/>
            <a:ext cx="7197725"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2051" name="Rectangle 3">
            <a:extLst>
              <a:ext uri="{FF2B5EF4-FFF2-40B4-BE49-F238E27FC236}">
                <a16:creationId xmlns:a16="http://schemas.microsoft.com/office/drawing/2014/main" id="{F3014DEF-84B2-4D1A-ACBB-CE2B457B1D46}"/>
              </a:ext>
            </a:extLst>
          </p:cNvPr>
          <p:cNvSpPr>
            <a:spLocks noGrp="1" noChangeArrowheads="1"/>
          </p:cNvSpPr>
          <p:nvPr>
            <p:ph type="body" idx="1"/>
          </p:nvPr>
        </p:nvSpPr>
        <p:spPr bwMode="auto">
          <a:xfrm>
            <a:off x="503238" y="1800225"/>
            <a:ext cx="9070975"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656"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2052" name="Rectangle 4">
            <a:extLst>
              <a:ext uri="{FF2B5EF4-FFF2-40B4-BE49-F238E27FC236}">
                <a16:creationId xmlns:a16="http://schemas.microsoft.com/office/drawing/2014/main" id="{6DD9C368-4158-4473-A680-BF07C630DB54}"/>
              </a:ext>
            </a:extLst>
          </p:cNvPr>
          <p:cNvSpPr>
            <a:spLocks noGrp="1" noChangeArrowheads="1"/>
          </p:cNvSpPr>
          <p:nvPr>
            <p:ph type="dt" idx="2"/>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tab pos="914400"/>
                <a:tab pos="1371600"/>
                <a:tab pos="1828800"/>
                <a:tab pos="2286000"/>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3" name="Rectangle 5">
            <a:extLst>
              <a:ext uri="{FF2B5EF4-FFF2-40B4-BE49-F238E27FC236}">
                <a16:creationId xmlns:a16="http://schemas.microsoft.com/office/drawing/2014/main" id="{16D8AE5A-8161-415B-8487-116AB08FAC87}"/>
              </a:ext>
            </a:extLst>
          </p:cNvPr>
          <p:cNvSpPr>
            <a:spLocks noGrp="1" noChangeArrowheads="1"/>
          </p:cNvSpPr>
          <p:nvPr>
            <p:ph type="ftr" idx="3"/>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tab pos="914400"/>
                <a:tab pos="1371600"/>
                <a:tab pos="1828800"/>
                <a:tab pos="2286000"/>
                <a:tab pos="2743200"/>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4" name="Rectangle 6">
            <a:extLst>
              <a:ext uri="{FF2B5EF4-FFF2-40B4-BE49-F238E27FC236}">
                <a16:creationId xmlns:a16="http://schemas.microsoft.com/office/drawing/2014/main" id="{24F93032-8152-4D9E-B0A4-D8F61102B19F}"/>
              </a:ext>
            </a:extLst>
          </p:cNvPr>
          <p:cNvSpPr>
            <a:spLocks noGrp="1" noChangeArrowheads="1"/>
          </p:cNvSpPr>
          <p:nvPr>
            <p:ph type="sldNum" idx="4"/>
          </p:nvPr>
        </p:nvSpPr>
        <p:spPr bwMode="auto">
          <a:xfrm>
            <a:off x="7226300"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tab pos="914400"/>
                <a:tab pos="1371600"/>
                <a:tab pos="1828800"/>
                <a:tab pos="2286000"/>
              </a:tabLst>
              <a:defRPr sz="1400">
                <a:solidFill>
                  <a:srgbClr val="000000"/>
                </a:solidFill>
                <a:latin typeface="Times New Roman" panose="02020603050405020304" pitchFamily="18" charset="0"/>
                <a:cs typeface="DejaVu Sans" charset="0"/>
              </a:defRPr>
            </a:lvl1pPr>
          </a:lstStyle>
          <a:p>
            <a:fld id="{00000001-0000-0000-0000-000000000000}"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61" r:id="DeterministicId2"/>
    <p:sldLayoutId id="2147483662" r:id="DeterministicId3"/>
    <p:sldLayoutId id="2147483663" r:id="DeterministicId4"/>
    <p:sldLayoutId id="2147483664" r:id="DeterministicId5"/>
    <p:sldLayoutId id="2147483665" r:id="DeterministicId6"/>
    <p:sldLayoutId id="2147483666" r:id="DeterministicId7"/>
    <p:sldLayoutId id="2147483667" r:id="DeterministicId8"/>
    <p:sldLayoutId id="2147483668" r:id="DeterministicId9"/>
    <p:sldLayoutId id="2147483669" r:id="DeterministicId10"/>
    <p:sldLayoutId id="2147483670" r:id="DeterministicId11"/>
    <p:sldLayoutId id="2147483671" r:id="DeterministicId12"/>
    <p:sldLayoutId id="2147483672" r:id="DeterministicId13"/>
  </p:sldLayoutIdLst>
  <p:transition/>
  <p:timing/>
  <p:txStyles>
    <p:titleStyle>
      <a:lvl1pPr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kern="1200">
          <a:solidFill>
            <a:srgbClr val="000000"/>
          </a:solidFill>
          <a:latin typeface="+mj-lt"/>
          <a:ea typeface="+mj-ea"/>
          <a:cs typeface="+mj-cs"/>
        </a:defRPr>
      </a:lvl1pPr>
      <a:lvl2pPr marL="742950" indent="-285750"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a:solidFill>
            <a:srgbClr val="000000"/>
          </a:solidFill>
          <a:latin typeface="Arial" panose="020b0604020202020204" pitchFamily="34" charset="0"/>
          <a:cs typeface="WenQuanYi Zen Hei"/>
        </a:defRPr>
      </a:lvl2pPr>
      <a:lvl3pPr marL="11430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a:solidFill>
            <a:srgbClr val="000000"/>
          </a:solidFill>
          <a:latin typeface="Arial" panose="020b0604020202020204" pitchFamily="34" charset="0"/>
          <a:cs typeface="WenQuanYi Zen Hei"/>
        </a:defRPr>
      </a:lvl3pPr>
      <a:lvl4pPr marL="16002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a:solidFill>
            <a:srgbClr val="000000"/>
          </a:solidFill>
          <a:latin typeface="Arial" panose="020b0604020202020204" pitchFamily="34" charset="0"/>
          <a:cs typeface="WenQuanYi Zen Hei"/>
        </a:defRPr>
      </a:lvl4pPr>
      <a:lvl5pPr marL="20574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a:solidFill>
            <a:srgbClr val="000000"/>
          </a:solidFill>
          <a:latin typeface="Arial" panose="020b0604020202020204" pitchFamily="34" charset="0"/>
          <a:cs typeface="WenQuanYi Zen Hei"/>
        </a:defRPr>
      </a:lvl5pPr>
      <a:lvl6pPr marL="25146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a:solidFill>
            <a:srgbClr val="000000"/>
          </a:solidFill>
          <a:latin typeface="Arial" panose="020b0604020202020204" pitchFamily="34" charset="0"/>
          <a:cs typeface="WenQuanYi Zen Hei"/>
        </a:defRPr>
      </a:lvl6pPr>
      <a:lvl7pPr marL="29718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a:solidFill>
            <a:srgbClr val="000000"/>
          </a:solidFill>
          <a:latin typeface="Arial" panose="020b0604020202020204" pitchFamily="34" charset="0"/>
          <a:cs typeface="WenQuanYi Zen Hei"/>
        </a:defRPr>
      </a:lvl7pPr>
      <a:lvl8pPr marL="34290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a:solidFill>
            <a:srgbClr val="000000"/>
          </a:solidFill>
          <a:latin typeface="Arial" panose="020b0604020202020204" pitchFamily="34" charset="0"/>
          <a:cs typeface="WenQuanYi Zen Hei"/>
        </a:defRPr>
      </a:lvl8pPr>
      <a:lvl9pPr marL="3886200" indent="-228600" algn="l" defTabSz="457200" rtl="0" fontAlgn="base" hangingPunct="0">
        <a:lnSpc>
          <a:spcPct val="94000"/>
        </a:lnSpc>
        <a:spcBef>
          <a:spcPct val="0"/>
        </a:spcBef>
        <a:spcAft>
          <a:spcPct val="0"/>
        </a:spcAft>
        <a:buClr>
          <a:srgbClr val="000000"/>
        </a:buClr>
        <a:buSzTx/>
        <a:buFont typeface="Times New Roman" panose="02020603050405020304" pitchFamily="18" charset="0"/>
        <a:defRPr sz="3600">
          <a:solidFill>
            <a:srgbClr val="000000"/>
          </a:solidFill>
          <a:latin typeface="Arial" panose="020b0604020202020204" pitchFamily="34" charset="0"/>
          <a:cs typeface="WenQuanYi Zen Hei"/>
        </a:defRPr>
      </a:lvl9pPr>
    </p:titleStyle>
    <p:bodyStyle>
      <a:lvl1pPr marL="342900" indent="-342900" algn="l" defTabSz="457200" rtl="0" fontAlgn="base" hangingPunct="0">
        <a:lnSpc>
          <a:spcPct val="94000"/>
        </a:lnSpc>
        <a:spcBef>
          <a:spcPct val="0"/>
        </a:spcBef>
        <a:spcAft>
          <a:spcPts val="1425"/>
        </a:spcAft>
        <a:buClr>
          <a:srgbClr val="000000"/>
        </a:buClr>
        <a:buSzTx/>
        <a:buFont typeface="Times New Roman" panose="02020603050405020304" pitchFamily="18" charset="0"/>
        <a:defRPr sz="26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Tx/>
        <a:buFont typeface="Times New Roman" panose="02020603050405020304" pitchFamily="18" charset="0"/>
        <a:defRPr sz="26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Tx/>
        <a:buFont typeface="Times New Roman" panose="02020603050405020304" pitchFamily="18" charset="0"/>
        <a:defRPr sz="26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Tx/>
        <a:buFont typeface="Times New Roman" panose="02020603050405020304" pitchFamily="18" charset="0"/>
        <a:defRPr sz="26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Tx/>
        <a:buFont typeface="Times New Roman" panose="02020603050405020304" pitchFamily="18" charset="0"/>
        <a:defRPr sz="2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DeterministicId1" Type="http://schemas.openxmlformats.org/officeDocument/2006/relationships/notesSlide" Target="../notesSlides/notesSlide1.xml" /><Relationship Id="DeterministicId2" Type="http://schemas.openxmlformats.org/officeDocument/2006/relationships/slideLayout" Target="../slideLayouts/slideLayout23.xml" /></Relationships>
</file>

<file path=ppt/slides/_rels/slide2.xml.rels>&#65279;<?xml version="1.0" encoding="utf-8" standalone="yes"?><Relationships xmlns="http://schemas.openxmlformats.org/package/2006/relationships"><Relationship Id="DeterministicId1" Type="http://schemas.openxmlformats.org/officeDocument/2006/relationships/image" Target="../media/image2.emf" /><Relationship Id="DeterministicId2" Type="http://schemas.openxmlformats.org/officeDocument/2006/relationships/notesSlide" Target="../notesSlides/notesSlide2.xml" /><Relationship Id="DeterministicId3" Type="http://schemas.openxmlformats.org/officeDocument/2006/relationships/oleObject" Target="../embeddings/oleObject1.bin" TargetMode="Internal" /><Relationship Id="DeterministicId4" Type="http://schemas.openxmlformats.org/officeDocument/2006/relationships/slideLayout" Target="../slideLayouts/slideLayout13.xml" /><Relationship Id="DeterministicId5" Type="http://schemas.openxmlformats.org/officeDocument/2006/relationships/vmlDrawing" Target="../drawings/vmlDrawing1.vml" /></Relationships>
</file>

<file path=ppt/slides/_rels/slide3.xml.rels>&#65279;<?xml version="1.0" encoding="utf-8" standalone="yes"?><Relationships xmlns="http://schemas.openxmlformats.org/package/2006/relationships"><Relationship Id="DeterministicId1" Type="http://schemas.openxmlformats.org/officeDocument/2006/relationships/notesSlide" Target="../notesSlides/notesSlide3.xml" /><Relationship Id="DeterministicId2"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097" name="Rectangle 1">
            <a:extLst>
              <a:ext uri="{FF2B5EF4-FFF2-40B4-BE49-F238E27FC236}">
                <a16:creationId xmlns:a16="http://schemas.microsoft.com/office/drawing/2014/main" id="{7B33327E-1853-4BF8-8525-43654FF99A4D}"/>
              </a:ext>
            </a:extLst>
          </p:cNvPr>
          <p:cNvSpPr>
            <a:spLocks noGrp="1" noChangeArrowheads="1"/>
          </p:cNvSpPr>
          <p:nvPr>
            <p:ph type="title"/>
          </p:nvPr>
        </p:nvSpPr>
        <p:spPr>
          <a:xfrm>
            <a:off x="503238" y="576263"/>
            <a:ext cx="7199312" cy="720725"/>
          </a:xfrm>
        </p:spPr>
        <p:txBody>
          <a:bodyPr tIns="27215"/>
          <a:lstStyle/>
          <a:p>
            <a:pPr>
              <a:tabLst>
                <a:tab pos="457200"/>
                <a:tab pos="914400"/>
                <a:tab pos="1371600"/>
                <a:tab pos="1828800"/>
                <a:tab pos="2286000"/>
                <a:tab pos="2743200"/>
                <a:tab pos="3200400"/>
                <a:tab pos="3657600"/>
                <a:tab pos="4114800"/>
                <a:tab pos="4572000"/>
                <a:tab pos="5029200"/>
                <a:tab pos="5486400"/>
                <a:tab pos="5943600"/>
                <a:tab pos="6400800"/>
                <a:tab pos="6858000"/>
              </a:tabLst>
            </a:pPr>
            <a:r>
              <a:rPr lang="en-US" altLang="en-US"/>
              <a:t>Lorem ipsum</a:t>
            </a:r>
          </a:p>
        </p:txBody>
      </p:sp>
      <p:sp>
        <p:nvSpPr>
          <p:cNvPr id="4098" name="Rectangle 2">
            <a:extLst>
              <a:ext uri="{FF2B5EF4-FFF2-40B4-BE49-F238E27FC236}">
                <a16:creationId xmlns:a16="http://schemas.microsoft.com/office/drawing/2014/main" id="{5067735C-1950-4721-9326-75992A13A61E}"/>
              </a:ext>
            </a:extLst>
          </p:cNvPr>
          <p:cNvSpPr>
            <a:spLocks noGrp="1" noChangeArrowheads="1"/>
          </p:cNvSpPr>
          <p:nvPr>
            <p:ph type="subTitle" idx="4294967295"/>
          </p:nvPr>
        </p:nvSpPr>
        <p:spPr bwMode="auto">
          <a:xfrm>
            <a:off x="503238" y="1800225"/>
            <a:ext cx="9072562" cy="4384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1340" rIns="0" bIns="0" anchor="ctr"/>
          <a:lstStyle/>
          <a:p>
            <a:pPr marL="0" indent="0">
              <a:spcAft>
                <a:spcPct val="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r>
              <a:rPr lang="en-US" altLang="en-US" sz="150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a:spcAft>
                <a:spcPct val="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lang="en-US" altLang="en-US" sz="1500"/>
          </a:p>
          <a:p>
            <a:pPr marL="0" indent="0">
              <a:spcAft>
                <a:spcPct val="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r>
              <a:rPr lang="en-US" altLang="en-US" sz="150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a:spcAft>
                <a:spcPct val="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lang="en-US" altLang="en-US" sz="1500"/>
          </a:p>
        </p:txBody>
      </p:sp>
      <p:sp>
        <p:nvSpPr>
          <p:cNvPr id="4099" name="TextBox"/>
          <p:cNvSpPr txBox="1">
            <a:spLocks noGrp="1" noSelect="1" noRot="1" noMove="1"/>
          </p:cNvSpPr>
          <p:nvPr/>
        </p:nvSpPr>
        <p:spPr>
          <a:xfrm>
            <a:off x="1834833" y="2994978"/>
            <a:ext cx="6411372" cy="1569660"/>
          </a:xfrm>
          <a:prstGeom prst="rect">
            <a:avLst/>
          </a:prstGeom>
          <a:noFill/>
        </p:spPr>
        <p:txBody>
          <a:bodyPr wrap="none" rtlCol="0" anchor="ctr" anchorCtr="1">
            <a:spAutoFit/>
          </a:bodyPr>
          <a:lstStyle>
            <a:lvl1pPr algn="l">
              <a:lnSpc>
                <a:spcPct val="150000"/>
              </a:lnSpc>
              <a:spcBef>
                <a:spcPct val="0"/>
              </a:spcBef>
              <a:spcAft>
                <a:spcPct val="0"/>
              </a:spcAft>
              <a:defRPr lang="en-US" sz="3200" b="1" noProof="1" dirty="0">
                <a:solidFill>
                  <a:prstClr val="red">
                    <a:lumOff val="30000"/>
                    <a:alpha val="40000"/>
                  </a:prstClr>
                </a:solidFill>
                <a:effectLst>
                  <a:outerShdw blurRad="50800" dist="38100" algn="tr" rotWithShape="0">
                    <a:prstClr val="black">
                      <a:alpha val="80000"/>
                    </a:prstClr>
                  </a:outerShdw>
                </a:effectLst>
                <a:latin typeface="Calibri" pitchFamily="34" charset="0"/>
              </a:defRPr>
            </a:lvl1pPr>
          </a:lstStyle>
          <a:p>
            <a:pPr algn="ctr"/>
            <a:r>
              <a:t>Evaluation only.</a:t>
            </a:r>
          </a:p>
          <a:p>
            <a:pPr algn="ctr"/>
            <a:r>
              <a:t>Created with Aspose.Slides for .NET6 26.10.</a:t>
            </a:r>
          </a:p>
          <a:p>
            <a:pPr algn="ctr"/>
            <a:r>
              <a:t>Copyright 2004-2026Aspose Pty Ltd.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additive="repl">
                                        <p:cTn id="6" dur="1" fill="hold">
                                          <p:stCondLst>
                                            <p:cond delay="0"/>
                                          </p:stCondLst>
                                        </p:cTn>
                                        <p:tgtEl>
                                          <p:spTgt spid="409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additive="repl">
                                        <p:cTn id="10" dur="1" fill="hold">
                                          <p:stCondLst>
                                            <p:cond delay="0"/>
                                          </p:stCondLst>
                                        </p:cTn>
                                        <p:tgtEl>
                                          <p:spTgt spid="409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additive="repl">
                                        <p:cTn id="14" dur="1" fill="hold">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121" name="Rectangle 1">
            <a:extLst>
              <a:ext uri="{FF2B5EF4-FFF2-40B4-BE49-F238E27FC236}">
                <a16:creationId xmlns:a16="http://schemas.microsoft.com/office/drawing/2014/main" id="{DE8E744B-10EC-41A0-BFD2-8916AB8FA06C}"/>
              </a:ext>
            </a:extLst>
          </p:cNvPr>
          <p:cNvSpPr>
            <a:spLocks noGrp="1" noChangeArrowheads="1"/>
          </p:cNvSpPr>
          <p:nvPr>
            <p:ph type="title"/>
          </p:nvPr>
        </p:nvSpPr>
        <p:spPr>
          <a:xfrm>
            <a:off x="503238" y="576263"/>
            <a:ext cx="7199312" cy="720725"/>
          </a:xfrm>
        </p:spPr>
        <p:txBody>
          <a:bodyPr tIns="27215"/>
          <a:lstStyle/>
          <a:p>
            <a:pPr>
              <a:tabLst>
                <a:tab pos="457200"/>
                <a:tab pos="914400"/>
                <a:tab pos="1371600"/>
                <a:tab pos="1828800"/>
                <a:tab pos="2286000"/>
                <a:tab pos="2743200"/>
                <a:tab pos="3200400"/>
                <a:tab pos="3657600"/>
                <a:tab pos="4114800"/>
                <a:tab pos="4572000"/>
                <a:tab pos="5029200"/>
                <a:tab pos="5486400"/>
                <a:tab pos="5943600"/>
                <a:tab pos="6400800"/>
                <a:tab pos="6858000"/>
              </a:tabLst>
            </a:pPr>
            <a:r>
              <a:rPr lang="en-US" altLang="en-US"/>
              <a:t>Chart</a:t>
            </a:r>
          </a:p>
        </p:txBody>
      </p:sp>
      <p:graphicFrame>
        <p:nvGraphicFramePr>
          <p:cNvPr id="5122" name="Object 2">
            <a:extLst>
              <a:ext uri="{FF2B5EF4-FFF2-40B4-BE49-F238E27FC236}">
                <a16:creationId xmlns:a16="http://schemas.microsoft.com/office/drawing/2014/main" id="{E277F29C-F5F3-4114-AEFA-417827ADB627}"/>
              </a:ext>
            </a:extLst>
          </p:cNvPr>
          <p:cNvGraphicFramePr>
            <a:graphicFrameLocks noChangeAspect="1"/>
          </p:cNvGraphicFramePr>
          <p:nvPr/>
        </p:nvGraphicFramePr>
        <p:xfrm>
          <a:off x="1693863" y="2487613"/>
          <a:ext cx="6865937" cy="3598862"/>
        </p:xfrm>
        <a:graphic>
          <a:graphicData uri="http://schemas.openxmlformats.org/presentationml/2006/ole">
            <mc:AlternateContent>
              <mc:Choice xmlns:v="urn:schemas-microsoft-com:vml" Requires="v">
                <p:oleObj spid="_x0000_s1038" r:id="DeterministicId3" imgW="6866280" imgH="3598920" progId="">
                  <p:embed/>
                </p:oleObj>
              </mc:Choice>
              <mc:Fallback>
                <p:oleObj r:id="DeterministicId3" imgW="6866280" imgH="3598920" progId="">
                  <p:embed/>
                  <p:pic>
                    <p:nvPicPr>
                      <p:cNvPr id="0" name="OLE substitute image"/>
                      <p:cNvPicPr/>
                      <p:nvPr/>
                    </p:nvPicPr>
                    <p:blipFill>
                      <a:blip r:embed="DeterministicId1">
                        <a:extLst>
                          <a:ext uri="{28A0092B-C50C-407E-A947-70E740481C1C}">
                            <a14:useLocalDpi xmlns:a14="http://schemas.microsoft.com/office/drawing/2010/main" val="0"/>
                          </a:ext>
                        </a:extLst>
                      </a:blip>
                      <a:stretch>
                        <a:fillRect/>
                      </a:stretch>
                    </p:blipFill>
                    <p:spPr>
                      <a:xfrm>
                        <a:off x="1693863" y="2487613"/>
                        <a:ext cx="6865937" cy="3598862"/>
                      </a:xfrm>
                      <a:prstGeom prst="rect">
                        <a:avLst/>
                      </a:prstGeom>
                      <a:noFill/>
                      <a:effectLst/>
                    </p:spPr>
                  </p:pic>
                </p:oleObj>
              </mc:Fallback>
            </mc:AlternateContent>
          </a:graphicData>
        </a:graphic>
      </p:graphicFrame>
      <p:sp>
        <p:nvSpPr>
          <p:cNvPr id="5123" name="TextBox"/>
          <p:cNvSpPr txBox="1">
            <a:spLocks noGrp="1" noSelect="1" noRot="1" noMove="1"/>
          </p:cNvSpPr>
          <p:nvPr/>
        </p:nvSpPr>
        <p:spPr>
          <a:xfrm>
            <a:off x="1834833" y="2994978"/>
            <a:ext cx="6411372" cy="1569660"/>
          </a:xfrm>
          <a:prstGeom prst="rect">
            <a:avLst/>
          </a:prstGeom>
          <a:noFill/>
        </p:spPr>
        <p:txBody>
          <a:bodyPr wrap="none" rtlCol="0" anchor="ctr" anchorCtr="1">
            <a:spAutoFit/>
          </a:bodyPr>
          <a:lstStyle>
            <a:lvl1pPr algn="l">
              <a:lnSpc>
                <a:spcPct val="150000"/>
              </a:lnSpc>
              <a:spcBef>
                <a:spcPct val="0"/>
              </a:spcBef>
              <a:spcAft>
                <a:spcPct val="0"/>
              </a:spcAft>
              <a:defRPr lang="en-US" sz="3200" b="1" noProof="1" dirty="0">
                <a:solidFill>
                  <a:prstClr val="red">
                    <a:lumOff val="30000"/>
                    <a:alpha val="40000"/>
                  </a:prstClr>
                </a:solidFill>
                <a:effectLst>
                  <a:outerShdw blurRad="50800" dist="38100" algn="tr" rotWithShape="0">
                    <a:prstClr val="black">
                      <a:alpha val="80000"/>
                    </a:prstClr>
                  </a:outerShdw>
                </a:effectLst>
                <a:latin typeface="Calibri" pitchFamily="34" charset="0"/>
              </a:defRPr>
            </a:lvl1pPr>
          </a:lstStyle>
          <a:p>
            <a:pPr algn="ctr"/>
            <a:r>
              <a:t>Evaluation only.</a:t>
            </a:r>
          </a:p>
          <a:p>
            <a:pPr algn="ctr"/>
            <a:r>
              <a:t>Created with Aspose.Slides for .NET6 26.10.</a:t>
            </a:r>
          </a:p>
          <a:p>
            <a:pPr algn="ctr"/>
            <a:r>
              <a:t>Copyright 2004-2026Aspose Pty Ltd.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additive="repl">
                                        <p:cTn id="6" dur="1" fill="hold">
                                          <p:stCondLst>
                                            <p:cond delay="0"/>
                                          </p:stCondLst>
                                        </p:cTn>
                                        <p:tgtEl>
                                          <p:spTgt spid="51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additive="repl">
                                        <p:cTn id="10"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6145" name="Rectangle 1">
            <a:extLst>
              <a:ext uri="{FF2B5EF4-FFF2-40B4-BE49-F238E27FC236}">
                <a16:creationId xmlns:a16="http://schemas.microsoft.com/office/drawing/2014/main" id="{03F948A1-6162-4BB3-933A-8DA59C587AF9}"/>
              </a:ext>
            </a:extLst>
          </p:cNvPr>
          <p:cNvSpPr>
            <a:spLocks noGrp="1" noChangeArrowheads="1"/>
          </p:cNvSpPr>
          <p:nvPr>
            <p:ph type="title"/>
          </p:nvPr>
        </p:nvSpPr>
        <p:spPr>
          <a:xfrm>
            <a:off x="503238" y="576263"/>
            <a:ext cx="7199312" cy="720725"/>
          </a:xfrm>
        </p:spPr>
        <p:txBody>
          <a:bodyPr tIns="27215"/>
          <a:lstStyle/>
          <a:p>
            <a:pPr>
              <a:tabLst>
                <a:tab pos="457200"/>
                <a:tab pos="914400"/>
                <a:tab pos="1371600"/>
                <a:tab pos="1828800"/>
                <a:tab pos="2286000"/>
                <a:tab pos="2743200"/>
                <a:tab pos="3200400"/>
                <a:tab pos="3657600"/>
                <a:tab pos="4114800"/>
                <a:tab pos="4572000"/>
                <a:tab pos="5029200"/>
                <a:tab pos="5486400"/>
                <a:tab pos="5943600"/>
                <a:tab pos="6400800"/>
                <a:tab pos="6858000"/>
              </a:tabLst>
            </a:pPr>
            <a:r>
              <a:rPr lang="en-US" altLang="en-US"/>
              <a:t>Table</a:t>
            </a:r>
          </a:p>
        </p:txBody>
      </p:sp>
      <p:graphicFrame>
        <p:nvGraphicFramePr>
          <p:cNvPr id="6146" name="Group 2">
            <a:extLst>
              <a:ext uri="{FF2B5EF4-FFF2-40B4-BE49-F238E27FC236}">
                <a16:creationId xmlns:a16="http://schemas.microsoft.com/office/drawing/2014/main" id="{B6CFEC0B-155C-4915-9545-D9B4C9D1AA42}"/>
              </a:ext>
            </a:extLst>
          </p:cNvPr>
          <p:cNvGraphicFramePr>
            <a:graphicFrameLocks noGrp="1"/>
          </p:cNvGraphicFramePr>
          <p:nvPr/>
        </p:nvGraphicFramePr>
        <p:xfrm>
          <a:off x="503238" y="1800225"/>
          <a:ext cx="9074150" cy="4023935"/>
        </p:xfrm>
        <a:graphic>
          <a:graphicData uri="http://schemas.openxmlformats.org/drawingml/2006/table">
            <a:tbl>
              <a:tblPr/>
              <a:tblGrid>
                <a:gridCol w="1814512">
                  <a:extLst>
                    <a:ext uri="{9D8B030D-6E8A-4147-A177-3AD203B41FA5}">
                      <a16:colId xmlns:a16="http://schemas.microsoft.com/office/drawing/2014/main" val="3519611657"/>
                    </a:ext>
                  </a:extLst>
                </a:gridCol>
                <a:gridCol w="1814513">
                  <a:extLst>
                    <a:ext uri="{9D8B030D-6E8A-4147-A177-3AD203B41FA5}">
                      <a16:colId xmlns:a16="http://schemas.microsoft.com/office/drawing/2014/main" val="4136205056"/>
                    </a:ext>
                  </a:extLst>
                </a:gridCol>
                <a:gridCol w="1816100">
                  <a:extLst>
                    <a:ext uri="{9D8B030D-6E8A-4147-A177-3AD203B41FA5}">
                      <a16:colId xmlns:a16="http://schemas.microsoft.com/office/drawing/2014/main" val="3625555310"/>
                    </a:ext>
                  </a:extLst>
                </a:gridCol>
                <a:gridCol w="1814512">
                  <a:extLst>
                    <a:ext uri="{9D8B030D-6E8A-4147-A177-3AD203B41FA5}">
                      <a16:colId xmlns:a16="http://schemas.microsoft.com/office/drawing/2014/main" val="1534583822"/>
                    </a:ext>
                  </a:extLst>
                </a:gridCol>
                <a:gridCol w="1814513">
                  <a:extLst>
                    <a:ext uri="{9D8B030D-6E8A-4147-A177-3AD203B41FA5}">
                      <a16:colId xmlns:a16="http://schemas.microsoft.com/office/drawing/2014/main" val="2277103304"/>
                    </a:ext>
                  </a:extLst>
                </a:gridCol>
              </a:tblGrid>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r>
                        <a:rPr kumimoji="0" lang="en-US" altLang="en-US" sz="1800" b="0" i="0" u="none" strike="noStrike" cap="none" normalizeH="0" baseline="0">
                          <a:ln>
                            <a:noFill/>
                          </a:ln>
                          <a:solidFill>
                            <a:srgbClr val="000000"/>
                          </a:solidFill>
                          <a:effectLst/>
                          <a:latin typeface="Arial" panose="020b0604020202020204" pitchFamily="34" charset="0"/>
                          <a:cs typeface="Droid Sans Fallback"/>
                        </a:rPr>
                        <a:t>Column 1</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2</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3</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4</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5</a:t>
                      </a:r>
                    </a:p>
                    <a:p>
                      <a:pPr marL="0" marR="0" lvl="0" indent="0" algn="l" defTabSz="457200" rtl="0" eaLnBrk="1" fontAlgn="base" latinLnBrk="0" hangingPunct="0">
                        <a:lnSpc>
                          <a:spcPct val="93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2400" b="0" i="0" u="none" strike="noStrike" cap="none" normalizeH="0" baseline="0">
                        <a:ln>
                          <a:noFill/>
                        </a:ln>
                        <a:solidFill>
                          <a:srgbClr val="000000"/>
                        </a:solidFill>
                        <a:effectLst/>
                        <a:latin typeface="Times New Roman" panose="02020603050405020304" pitchFamily="18" charset="0"/>
                        <a:cs typeface="DejaVu Sans"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3280331020"/>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2130407615"/>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4080993000"/>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340453150"/>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12448051"/>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862231515"/>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4041558287"/>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159906109"/>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197324914"/>
                  </a:ext>
                </a:extLst>
              </a:tr>
              <a:tr h="339725">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vert="horz" wrap="square"/>
                    <a:lstStyle>
                      <a:lvl1pPr>
                        <a:spcAft>
                          <a:spcPts val="142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1pPr>
                      <a:lvl2pPr>
                        <a:spcAft>
                          <a:spcPts val="113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2pPr>
                      <a:lvl3pPr>
                        <a:spcAft>
                          <a:spcPts val="850"/>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3pPr>
                      <a:lvl4pPr>
                        <a:spcAft>
                          <a:spcPts val="575"/>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4pPr>
                      <a:lvl5pPr>
                        <a:spcAft>
                          <a:spcPts val="288"/>
                        </a:spcAft>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5pPr>
                      <a:lvl6pPr marL="25146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6pPr>
                      <a:lvl7pPr marL="29718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7pPr>
                      <a:lvl8pPr marL="34290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8pPr>
                      <a:lvl9pPr marL="3886200" indent="-228600" defTabSz="457200" fontAlgn="base" hangingPunct="0">
                        <a:lnSpc>
                          <a:spcPct val="94000"/>
                        </a:lnSpc>
                        <a:spcBef>
                          <a:spcPct val="0"/>
                        </a:spcBef>
                        <a:spcAft>
                          <a:spcPts val="288"/>
                        </a:spcAft>
                        <a:buClr>
                          <a:srgbClr val="000000"/>
                        </a:buClr>
                        <a:buSzTx/>
                        <a:buFont typeface="Times New Roman" panose="02020603050405020304" pitchFamily="18" charset="0"/>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defRPr sz="2200">
                          <a:solidFill>
                            <a:srgbClr val="000000"/>
                          </a:solidFill>
                          <a:latin typeface="Arial" panose="020b0604020202020204" pitchFamily="34" charset="0"/>
                          <a:cs typeface="WenQuanYi Zen Hei"/>
                        </a:defRPr>
                      </a:lvl9pPr>
                    </a:lstStyle>
                    <a:p>
                      <a:pPr marL="0" marR="0" lvl="0" indent="0" algn="l" defTabSz="457200" rtl="0" eaLnBrk="1" fontAlgn="base" latinLnBrk="0" hangingPunct="0">
                        <a:lnSpc>
                          <a:spcPct val="94000"/>
                        </a:lnSpc>
                        <a:spcBef>
                          <a:spcPct val="0"/>
                        </a:spcBef>
                        <a:spcAft>
                          <a:spcPct val="0"/>
                        </a:spcAft>
                        <a:buClr>
                          <a:srgbClr val="000000"/>
                        </a:buClr>
                        <a:buSzTx/>
                        <a:buFont typeface="Times New Roman" panose="02020603050405020304" pitchFamily="18" charset="0"/>
                        <a:buNone/>
                        <a:tabLst>
                          <a:tab pos="457200"/>
                          <a:tab pos="914400"/>
                          <a:tab pos="1371600"/>
                          <a:tab pos="1828800"/>
                          <a:tab pos="2286000"/>
                          <a:tab pos="2743200"/>
                          <a:tab pos="3200400"/>
                          <a:tab pos="3657600"/>
                          <a:tab pos="4114800"/>
                          <a:tab pos="4572000"/>
                          <a:tab pos="5029200"/>
                          <a:tab pos="5486400"/>
                          <a:tab pos="5943600"/>
                          <a:tab pos="6400800"/>
                          <a:tab pos="6858000"/>
                          <a:tab pos="7315200"/>
                          <a:tab pos="7772400"/>
                          <a:tab pos="8229600"/>
                          <a:tab pos="8686800"/>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3974497172"/>
                  </a:ext>
                </a:extLst>
              </a:tr>
            </a:tbl>
          </a:graphicData>
        </a:graphic>
      </p:graphicFrame>
      <p:sp>
        <p:nvSpPr>
          <p:cNvPr id="6147" name="TextBox"/>
          <p:cNvSpPr txBox="1">
            <a:spLocks noGrp="1" noSelect="1" noRot="1" noMove="1"/>
          </p:cNvSpPr>
          <p:nvPr/>
        </p:nvSpPr>
        <p:spPr>
          <a:xfrm>
            <a:off x="1834833" y="2994978"/>
            <a:ext cx="6411372" cy="1569660"/>
          </a:xfrm>
          <a:prstGeom prst="rect">
            <a:avLst/>
          </a:prstGeom>
          <a:noFill/>
        </p:spPr>
        <p:txBody>
          <a:bodyPr wrap="none" rtlCol="0" anchor="ctr" anchorCtr="1">
            <a:spAutoFit/>
          </a:bodyPr>
          <a:lstStyle>
            <a:lvl1pPr algn="l">
              <a:lnSpc>
                <a:spcPct val="150000"/>
              </a:lnSpc>
              <a:spcBef>
                <a:spcPct val="0"/>
              </a:spcBef>
              <a:spcAft>
                <a:spcPct val="0"/>
              </a:spcAft>
              <a:defRPr lang="en-US" sz="3200" b="1" noProof="1" dirty="0">
                <a:solidFill>
                  <a:prstClr val="red">
                    <a:lumOff val="30000"/>
                    <a:alpha val="40000"/>
                  </a:prstClr>
                </a:solidFill>
                <a:effectLst>
                  <a:outerShdw blurRad="50800" dist="38100" algn="tr" rotWithShape="0">
                    <a:prstClr val="black">
                      <a:alpha val="80000"/>
                    </a:prstClr>
                  </a:outerShdw>
                </a:effectLst>
                <a:latin typeface="Calibri" pitchFamily="34" charset="0"/>
              </a:defRPr>
            </a:lvl1pPr>
          </a:lstStyle>
          <a:p>
            <a:pPr algn="ctr"/>
            <a:r>
              <a:t>Evaluation only.</a:t>
            </a:r>
          </a:p>
          <a:p>
            <a:pPr algn="ctr"/>
            <a:r>
              <a:t>Created with Aspose.Slides for .NET6 26.10.</a:t>
            </a:r>
          </a:p>
          <a:p>
            <a:pPr algn="ctr"/>
            <a:r>
              <a:t>Copyright 2004-2026Aspose Pty Ltd.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additive="repl">
                                        <p:cTn id="6" dur="1" fill="hold">
                                          <p:stCondLst>
                                            <p:cond delay="0"/>
                                          </p:stCondLst>
                                        </p:cTn>
                                        <p:tgtEl>
                                          <p:spTgt spid="614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additive="repl">
                                        <p:cTn id="10"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file>

<file path=ppt/theme/theme1.xml><?xml version="1.0" encoding="utf-8"?>
<a:theme xmlns:r="http://schemas.openxmlformats.org/officeDocument/2006/relationships"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Arial"/>
        <a:cs typeface="Droid Sans Fallback"/>
      </a:majorFont>
      <a:minorFont>
        <a:latin typeface="Arial"/>
        <a:ea typeface="Arial"/>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Arial"/>
        <a:cs typeface="WenQuanYi Zen Hei"/>
      </a:majorFont>
      <a:minorFont>
        <a:latin typeface="Arial"/>
        <a:ea typeface="Arial"/>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
  <PresentationFormat>Custom</PresentationFormat>
  <Paragraphs>5</Paragraphs>
  <Slides>3</Slides>
  <Notes>3</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3</vt:i4>
      </vt:variant>
    </vt:vector>
  </HeadingPairs>
  <TitlesOfParts>
    <vt:vector baseType="lpstr" size="11">
      <vt:lpstr>Arial</vt:lpstr>
      <vt:lpstr>Droid Sans Fallback</vt:lpstr>
      <vt:lpstr>Times New Roman</vt:lpstr>
      <vt:lpstr>DejaVu Sans</vt:lpstr>
      <vt:lpstr>WenQuanYi Zen Hei</vt:lpstr>
      <vt:lpstr>Calibri Light</vt:lpstr>
      <vt:lpstr>Calibri</vt:lpstr>
      <vt:lpstr>Office Theme</vt:lpstr>
      <vt:lpstr>Lorem ipsum</vt:lpstr>
      <vt:lpstr>Chart</vt:lpstr>
      <vt:lpstr>Table</vt:lpstr>
    </vt:vector>
  </TitlesOfParts>
  <LinksUpToDate>0</LinksUpToDate>
  <SharedDoc>0</SharedDoc>
  <HyperlinksChanged>0</HyperlinksChanged>
  <Application>Aspose.Slides for .NET</Application>
  <AppVersion>26.1000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Lorem ipsum</dc:title>
  <cp:revision>1</cp:revision>
</cp:coreProperties>
</file>